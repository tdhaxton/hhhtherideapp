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activeX/activeX1.xml" ContentType="application/vnd.ms-office.activeX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85" r:id="rId4"/>
    <p:sldId id="264" r:id="rId5"/>
    <p:sldId id="265" r:id="rId6"/>
    <p:sldId id="287" r:id="rId7"/>
    <p:sldId id="288" r:id="rId8"/>
    <p:sldId id="266" r:id="rId9"/>
    <p:sldId id="267" r:id="rId10"/>
    <p:sldId id="260" r:id="rId11"/>
    <p:sldId id="261" r:id="rId12"/>
    <p:sldId id="277" r:id="rId13"/>
    <p:sldId id="270" r:id="rId14"/>
    <p:sldId id="271" r:id="rId15"/>
    <p:sldId id="293" r:id="rId16"/>
    <p:sldId id="294" r:id="rId17"/>
    <p:sldId id="258" r:id="rId18"/>
    <p:sldId id="268" r:id="rId19"/>
    <p:sldId id="282" r:id="rId20"/>
    <p:sldId id="269" r:id="rId21"/>
    <p:sldId id="257" r:id="rId22"/>
    <p:sldId id="272" r:id="rId23"/>
    <p:sldId id="275" r:id="rId24"/>
    <p:sldId id="259" r:id="rId25"/>
    <p:sldId id="278" r:id="rId26"/>
    <p:sldId id="283" r:id="rId27"/>
    <p:sldId id="284" r:id="rId28"/>
    <p:sldId id="286" r:id="rId29"/>
    <p:sldId id="273" r:id="rId30"/>
    <p:sldId id="276" r:id="rId31"/>
    <p:sldId id="274" r:id="rId32"/>
    <p:sldId id="295" r:id="rId33"/>
    <p:sldId id="289" r:id="rId34"/>
    <p:sldId id="290" r:id="rId35"/>
    <p:sldId id="291" r:id="rId36"/>
    <p:sldId id="292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1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872CBA-2453-46B1-ABF3-AC8671F577A3}" v="1" dt="2025-02-26T17:27:55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oper Wolf" userId="c8315c998c98f914" providerId="Windows Live" clId="Web-{FE84F897-7725-4357-B6D4-658848FBDB43}"/>
    <pc:docChg chg="addSld modSld">
      <pc:chgData name="Cooper Wolf" userId="c8315c998c98f914" providerId="Windows Live" clId="Web-{FE84F897-7725-4357-B6D4-658848FBDB43}" dt="2025-02-14T22:25:17.542" v="173" actId="20577"/>
      <pc:docMkLst>
        <pc:docMk/>
      </pc:docMkLst>
      <pc:sldChg chg="modSp">
        <pc:chgData name="Cooper Wolf" userId="c8315c998c98f914" providerId="Windows Live" clId="Web-{FE84F897-7725-4357-B6D4-658848FBDB43}" dt="2025-02-14T22:25:17.542" v="173" actId="20577"/>
        <pc:sldMkLst>
          <pc:docMk/>
          <pc:sldMk cId="2170231267" sldId="289"/>
        </pc:sldMkLst>
        <pc:spChg chg="mod">
          <ac:chgData name="Cooper Wolf" userId="c8315c998c98f914" providerId="Windows Live" clId="Web-{FE84F897-7725-4357-B6D4-658848FBDB43}" dt="2025-02-14T22:25:17.542" v="173" actId="20577"/>
          <ac:spMkLst>
            <pc:docMk/>
            <pc:sldMk cId="2170231267" sldId="289"/>
            <ac:spMk id="3" creationId="{CCAE116F-DFD1-75CF-13A8-7ED2AA4655B1}"/>
          </ac:spMkLst>
        </pc:spChg>
      </pc:sldChg>
      <pc:sldChg chg="modSp">
        <pc:chgData name="Cooper Wolf" userId="c8315c998c98f914" providerId="Windows Live" clId="Web-{FE84F897-7725-4357-B6D4-658848FBDB43}" dt="2025-02-14T22:23:35.867" v="120" actId="20577"/>
        <pc:sldMkLst>
          <pc:docMk/>
          <pc:sldMk cId="3931379125" sldId="290"/>
        </pc:sldMkLst>
        <pc:spChg chg="mod">
          <ac:chgData name="Cooper Wolf" userId="c8315c998c98f914" providerId="Windows Live" clId="Web-{FE84F897-7725-4357-B6D4-658848FBDB43}" dt="2025-02-14T22:23:35.867" v="120" actId="20577"/>
          <ac:spMkLst>
            <pc:docMk/>
            <pc:sldMk cId="3931379125" sldId="290"/>
            <ac:spMk id="3" creationId="{43F5E272-F02D-90BF-5C4A-AE09647037CD}"/>
          </ac:spMkLst>
        </pc:spChg>
      </pc:sldChg>
      <pc:sldChg chg="modSp">
        <pc:chgData name="Cooper Wolf" userId="c8315c998c98f914" providerId="Windows Live" clId="Web-{FE84F897-7725-4357-B6D4-658848FBDB43}" dt="2025-02-14T22:23:44.805" v="134" actId="20577"/>
        <pc:sldMkLst>
          <pc:docMk/>
          <pc:sldMk cId="1774808699" sldId="291"/>
        </pc:sldMkLst>
        <pc:spChg chg="mod">
          <ac:chgData name="Cooper Wolf" userId="c8315c998c98f914" providerId="Windows Live" clId="Web-{FE84F897-7725-4357-B6D4-658848FBDB43}" dt="2025-02-14T22:23:44.805" v="134" actId="20577"/>
          <ac:spMkLst>
            <pc:docMk/>
            <pc:sldMk cId="1774808699" sldId="291"/>
            <ac:spMk id="10" creationId="{36D382E1-13DE-ACF1-A4B2-780BB311946A}"/>
          </ac:spMkLst>
        </pc:spChg>
      </pc:sldChg>
      <pc:sldChg chg="modSp">
        <pc:chgData name="Cooper Wolf" userId="c8315c998c98f914" providerId="Windows Live" clId="Web-{FE84F897-7725-4357-B6D4-658848FBDB43}" dt="2025-02-14T22:15:40.933" v="58" actId="20577"/>
        <pc:sldMkLst>
          <pc:docMk/>
          <pc:sldMk cId="1167381600" sldId="292"/>
        </pc:sldMkLst>
      </pc:sldChg>
      <pc:sldChg chg="add">
        <pc:chgData name="Cooper Wolf" userId="c8315c998c98f914" providerId="Windows Live" clId="Web-{FE84F897-7725-4357-B6D4-658848FBDB43}" dt="2025-02-14T22:08:05.234" v="2"/>
        <pc:sldMkLst>
          <pc:docMk/>
          <pc:sldMk cId="2279640562" sldId="293"/>
        </pc:sldMkLst>
      </pc:sldChg>
      <pc:sldChg chg="add">
        <pc:chgData name="Cooper Wolf" userId="c8315c998c98f914" providerId="Windows Live" clId="Web-{FE84F897-7725-4357-B6D4-658848FBDB43}" dt="2025-02-14T22:08:14.156" v="3"/>
        <pc:sldMkLst>
          <pc:docMk/>
          <pc:sldMk cId="282366050" sldId="294"/>
        </pc:sldMkLst>
      </pc:sldChg>
    </pc:docChg>
  </pc:docChgLst>
  <pc:docChgLst>
    <pc:chgData name="Tim Haxton" userId="d4e3a40a62c7347c" providerId="LiveId" clId="{3DB7F3E1-CFED-4694-BA90-727A09E08E9A}"/>
    <pc:docChg chg="custSel addSld modSld">
      <pc:chgData name="Tim Haxton" userId="d4e3a40a62c7347c" providerId="LiveId" clId="{3DB7F3E1-CFED-4694-BA90-727A09E08E9A}" dt="2025-02-12T20:17:19.091" v="1141" actId="20577"/>
      <pc:docMkLst>
        <pc:docMk/>
      </pc:docMkLst>
      <pc:sldChg chg="addSp delSp modSp mod modClrScheme chgLayout">
        <pc:chgData name="Tim Haxton" userId="d4e3a40a62c7347c" providerId="LiveId" clId="{3DB7F3E1-CFED-4694-BA90-727A09E08E9A}" dt="2025-02-12T20:17:19.091" v="1141" actId="20577"/>
        <pc:sldMkLst>
          <pc:docMk/>
          <pc:sldMk cId="2053366888" sldId="257"/>
        </pc:sldMkLst>
        <pc:spChg chg="add mod ord">
          <ac:chgData name="Tim Haxton" userId="d4e3a40a62c7347c" providerId="LiveId" clId="{3DB7F3E1-CFED-4694-BA90-727A09E08E9A}" dt="2025-02-12T20:17:19.091" v="1141" actId="20577"/>
          <ac:spMkLst>
            <pc:docMk/>
            <pc:sldMk cId="2053366888" sldId="257"/>
            <ac:spMk id="2" creationId="{AE8BF150-0725-292F-272C-2902C509A4F5}"/>
          </ac:spMkLst>
        </pc:spChg>
        <pc:spChg chg="mod ord">
          <ac:chgData name="Tim Haxton" userId="d4e3a40a62c7347c" providerId="LiveId" clId="{3DB7F3E1-CFED-4694-BA90-727A09E08E9A}" dt="2025-02-12T20:00:17.806" v="944" actId="700"/>
          <ac:spMkLst>
            <pc:docMk/>
            <pc:sldMk cId="2053366888" sldId="257"/>
            <ac:spMk id="6" creationId="{00000000-0000-0000-0000-000000000000}"/>
          </ac:spMkLst>
        </pc:spChg>
      </pc:sldChg>
      <pc:sldChg chg="modSp mod">
        <pc:chgData name="Tim Haxton" userId="d4e3a40a62c7347c" providerId="LiveId" clId="{3DB7F3E1-CFED-4694-BA90-727A09E08E9A}" dt="2025-02-12T17:41:28.098" v="26" actId="14100"/>
        <pc:sldMkLst>
          <pc:docMk/>
          <pc:sldMk cId="2316618278" sldId="261"/>
        </pc:sldMkLst>
        <pc:spChg chg="mod">
          <ac:chgData name="Tim Haxton" userId="d4e3a40a62c7347c" providerId="LiveId" clId="{3DB7F3E1-CFED-4694-BA90-727A09E08E9A}" dt="2025-02-12T17:41:28.098" v="26" actId="14100"/>
          <ac:spMkLst>
            <pc:docMk/>
            <pc:sldMk cId="2316618278" sldId="261"/>
            <ac:spMk id="6" creationId="{00000000-0000-0000-0000-000000000000}"/>
          </ac:spMkLst>
        </pc:spChg>
        <pc:picChg chg="mod">
          <ac:chgData name="Tim Haxton" userId="d4e3a40a62c7347c" providerId="LiveId" clId="{3DB7F3E1-CFED-4694-BA90-727A09E08E9A}" dt="2025-02-12T17:39:37.494" v="15" actId="1076"/>
          <ac:picMkLst>
            <pc:docMk/>
            <pc:sldMk cId="2316618278" sldId="261"/>
            <ac:picMk id="2" creationId="{F39518A2-B1E6-68B6-9DE2-2CBBDFF28094}"/>
          </ac:picMkLst>
        </pc:picChg>
        <pc:picChg chg="mod">
          <ac:chgData name="Tim Haxton" userId="d4e3a40a62c7347c" providerId="LiveId" clId="{3DB7F3E1-CFED-4694-BA90-727A09E08E9A}" dt="2025-02-12T17:39:48.350" v="18" actId="14100"/>
          <ac:picMkLst>
            <pc:docMk/>
            <pc:sldMk cId="2316618278" sldId="261"/>
            <ac:picMk id="5" creationId="{C383904C-B3E9-F2AC-5AFD-C73820AA1FF8}"/>
          </ac:picMkLst>
        </pc:picChg>
        <pc:picChg chg="mod">
          <ac:chgData name="Tim Haxton" userId="d4e3a40a62c7347c" providerId="LiveId" clId="{3DB7F3E1-CFED-4694-BA90-727A09E08E9A}" dt="2025-02-12T17:40:00.748" v="21" actId="14100"/>
          <ac:picMkLst>
            <pc:docMk/>
            <pc:sldMk cId="2316618278" sldId="261"/>
            <ac:picMk id="9" creationId="{601544A0-D686-B808-1610-534494CFC983}"/>
          </ac:picMkLst>
        </pc:picChg>
      </pc:sldChg>
      <pc:sldChg chg="modSp mod">
        <pc:chgData name="Tim Haxton" userId="d4e3a40a62c7347c" providerId="LiveId" clId="{3DB7F3E1-CFED-4694-BA90-727A09E08E9A}" dt="2025-02-12T19:34:04.302" v="939" actId="27636"/>
        <pc:sldMkLst>
          <pc:docMk/>
          <pc:sldMk cId="2292232001" sldId="268"/>
        </pc:sldMkLst>
        <pc:spChg chg="mod">
          <ac:chgData name="Tim Haxton" userId="d4e3a40a62c7347c" providerId="LiveId" clId="{3DB7F3E1-CFED-4694-BA90-727A09E08E9A}" dt="2025-02-12T19:34:04.302" v="939" actId="27636"/>
          <ac:spMkLst>
            <pc:docMk/>
            <pc:sldMk cId="2292232001" sldId="268"/>
            <ac:spMk id="2" creationId="{CA39C90B-AEB0-104C-2039-253B1E835F59}"/>
          </ac:spMkLst>
        </pc:spChg>
        <pc:spChg chg="mod">
          <ac:chgData name="Tim Haxton" userId="d4e3a40a62c7347c" providerId="LiveId" clId="{3DB7F3E1-CFED-4694-BA90-727A09E08E9A}" dt="2025-02-12T19:32:52.875" v="933" actId="20577"/>
          <ac:spMkLst>
            <pc:docMk/>
            <pc:sldMk cId="2292232001" sldId="268"/>
            <ac:spMk id="6" creationId="{8F89EB31-F5E8-9DF8-4B7B-A589D1365345}"/>
          </ac:spMkLst>
        </pc:spChg>
      </pc:sldChg>
      <pc:sldChg chg="modSp mod">
        <pc:chgData name="Tim Haxton" userId="d4e3a40a62c7347c" providerId="LiveId" clId="{3DB7F3E1-CFED-4694-BA90-727A09E08E9A}" dt="2025-02-12T19:32:03.931" v="920" actId="20577"/>
        <pc:sldMkLst>
          <pc:docMk/>
          <pc:sldMk cId="3041322731" sldId="269"/>
        </pc:sldMkLst>
        <pc:spChg chg="mod">
          <ac:chgData name="Tim Haxton" userId="d4e3a40a62c7347c" providerId="LiveId" clId="{3DB7F3E1-CFED-4694-BA90-727A09E08E9A}" dt="2025-02-12T19:32:03.931" v="920" actId="20577"/>
          <ac:spMkLst>
            <pc:docMk/>
            <pc:sldMk cId="3041322731" sldId="269"/>
            <ac:spMk id="2" creationId="{37A67985-1256-D1C0-F330-3FE951D3CD4F}"/>
          </ac:spMkLst>
        </pc:spChg>
      </pc:sldChg>
      <pc:sldChg chg="modSp mod">
        <pc:chgData name="Tim Haxton" userId="d4e3a40a62c7347c" providerId="LiveId" clId="{3DB7F3E1-CFED-4694-BA90-727A09E08E9A}" dt="2025-02-12T17:40:51.184" v="24" actId="1076"/>
        <pc:sldMkLst>
          <pc:docMk/>
          <pc:sldMk cId="1095486694" sldId="270"/>
        </pc:sldMkLst>
        <pc:spChg chg="mod">
          <ac:chgData name="Tim Haxton" userId="d4e3a40a62c7347c" providerId="LiveId" clId="{3DB7F3E1-CFED-4694-BA90-727A09E08E9A}" dt="2025-02-12T17:40:51.184" v="24" actId="1076"/>
          <ac:spMkLst>
            <pc:docMk/>
            <pc:sldMk cId="1095486694" sldId="270"/>
            <ac:spMk id="2" creationId="{23D59A9A-7F3F-F74C-0153-20F749625DE7}"/>
          </ac:spMkLst>
        </pc:spChg>
        <pc:picChg chg="mod">
          <ac:chgData name="Tim Haxton" userId="d4e3a40a62c7347c" providerId="LiveId" clId="{3DB7F3E1-CFED-4694-BA90-727A09E08E9A}" dt="2025-02-12T17:40:37.985" v="23" actId="1076"/>
          <ac:picMkLst>
            <pc:docMk/>
            <pc:sldMk cId="1095486694" sldId="270"/>
            <ac:picMk id="5" creationId="{C3A02679-477D-2844-28F9-2CBFCB25C095}"/>
          </ac:picMkLst>
        </pc:picChg>
      </pc:sldChg>
      <pc:sldChg chg="modSp mod">
        <pc:chgData name="Tim Haxton" userId="d4e3a40a62c7347c" providerId="LiveId" clId="{3DB7F3E1-CFED-4694-BA90-727A09E08E9A}" dt="2025-02-12T17:42:23.586" v="27" actId="1076"/>
        <pc:sldMkLst>
          <pc:docMk/>
          <pc:sldMk cId="3394350688" sldId="271"/>
        </pc:sldMkLst>
        <pc:spChg chg="mod">
          <ac:chgData name="Tim Haxton" userId="d4e3a40a62c7347c" providerId="LiveId" clId="{3DB7F3E1-CFED-4694-BA90-727A09E08E9A}" dt="2025-02-12T17:42:23.586" v="27" actId="1076"/>
          <ac:spMkLst>
            <pc:docMk/>
            <pc:sldMk cId="3394350688" sldId="271"/>
            <ac:spMk id="2" creationId="{7758B491-18A6-DA2A-ED4F-7524473FF6B2}"/>
          </ac:spMkLst>
        </pc:spChg>
      </pc:sldChg>
      <pc:sldChg chg="modSp mod modAnim">
        <pc:chgData name="Tim Haxton" userId="d4e3a40a62c7347c" providerId="LiveId" clId="{3DB7F3E1-CFED-4694-BA90-727A09E08E9A}" dt="2025-02-12T17:43:00.056" v="32" actId="14100"/>
        <pc:sldMkLst>
          <pc:docMk/>
          <pc:sldMk cId="2075884752" sldId="277"/>
        </pc:sldMkLst>
        <pc:picChg chg="mod">
          <ac:chgData name="Tim Haxton" userId="d4e3a40a62c7347c" providerId="LiveId" clId="{3DB7F3E1-CFED-4694-BA90-727A09E08E9A}" dt="2025-02-12T17:42:46.966" v="29" actId="14100"/>
          <ac:picMkLst>
            <pc:docMk/>
            <pc:sldMk cId="2075884752" sldId="277"/>
            <ac:picMk id="4" creationId="{6FC6BD81-F60B-C9FE-54D6-A606DBBF50AD}"/>
          </ac:picMkLst>
        </pc:picChg>
        <pc:picChg chg="mod">
          <ac:chgData name="Tim Haxton" userId="d4e3a40a62c7347c" providerId="LiveId" clId="{3DB7F3E1-CFED-4694-BA90-727A09E08E9A}" dt="2025-02-12T17:42:55.931" v="31" actId="14100"/>
          <ac:picMkLst>
            <pc:docMk/>
            <pc:sldMk cId="2075884752" sldId="277"/>
            <ac:picMk id="5" creationId="{EE28A03B-2973-D68F-2820-AB3FC50064AA}"/>
          </ac:picMkLst>
        </pc:picChg>
        <pc:picChg chg="mod">
          <ac:chgData name="Tim Haxton" userId="d4e3a40a62c7347c" providerId="LiveId" clId="{3DB7F3E1-CFED-4694-BA90-727A09E08E9A}" dt="2025-02-12T17:43:00.056" v="32" actId="14100"/>
          <ac:picMkLst>
            <pc:docMk/>
            <pc:sldMk cId="2075884752" sldId="277"/>
            <ac:picMk id="6" creationId="{8E8851B3-A95B-9181-58C2-9A94B43256E3}"/>
          </ac:picMkLst>
        </pc:picChg>
      </pc:sldChg>
      <pc:sldChg chg="modSp add mod">
        <pc:chgData name="Tim Haxton" userId="d4e3a40a62c7347c" providerId="LiveId" clId="{3DB7F3E1-CFED-4694-BA90-727A09E08E9A}" dt="2025-02-12T19:34:28.708" v="943" actId="27636"/>
        <pc:sldMkLst>
          <pc:docMk/>
          <pc:sldMk cId="4098198360" sldId="282"/>
        </pc:sldMkLst>
        <pc:spChg chg="mod">
          <ac:chgData name="Tim Haxton" userId="d4e3a40a62c7347c" providerId="LiveId" clId="{3DB7F3E1-CFED-4694-BA90-727A09E08E9A}" dt="2025-02-12T19:34:28.708" v="943" actId="27636"/>
          <ac:spMkLst>
            <pc:docMk/>
            <pc:sldMk cId="4098198360" sldId="282"/>
            <ac:spMk id="2" creationId="{FB1C78A2-9F7D-AD91-5AE6-29F8F1BEA232}"/>
          </ac:spMkLst>
        </pc:spChg>
      </pc:sldChg>
    </pc:docChg>
  </pc:docChgLst>
  <pc:docChgLst>
    <pc:chgData name="Cooper Wolf" userId="c8315c998c98f914" providerId="Windows Live" clId="Web-{73973E87-5F21-50C5-659D-1472636F320B}"/>
    <pc:docChg chg="modSld">
      <pc:chgData name="Cooper Wolf" userId="c8315c998c98f914" providerId="Windows Live" clId="Web-{73973E87-5F21-50C5-659D-1472636F320B}" dt="2025-02-17T18:00:42.501" v="16" actId="20577"/>
      <pc:docMkLst>
        <pc:docMk/>
      </pc:docMkLst>
      <pc:sldChg chg="modSp">
        <pc:chgData name="Cooper Wolf" userId="c8315c998c98f914" providerId="Windows Live" clId="Web-{73973E87-5F21-50C5-659D-1472636F320B}" dt="2025-02-17T18:00:42.501" v="16" actId="20577"/>
        <pc:sldMkLst>
          <pc:docMk/>
          <pc:sldMk cId="4191055997" sldId="260"/>
        </pc:sldMkLst>
        <pc:spChg chg="mod">
          <ac:chgData name="Cooper Wolf" userId="c8315c998c98f914" providerId="Windows Live" clId="Web-{73973E87-5F21-50C5-659D-1472636F320B}" dt="2025-02-17T18:00:42.501" v="16" actId="20577"/>
          <ac:spMkLst>
            <pc:docMk/>
            <pc:sldMk cId="4191055997" sldId="260"/>
            <ac:spMk id="2" creationId="{F1E54965-9F04-73EE-927A-970BB0A19EE3}"/>
          </ac:spMkLst>
        </pc:spChg>
      </pc:sldChg>
    </pc:docChg>
  </pc:docChgLst>
  <pc:docChgLst>
    <pc:chgData name="Tim Haxton" userId="d4e3a40a62c7347c" providerId="LiveId" clId="{9C68BEC7-7BE7-4FB1-9893-1F25A6595A1D}"/>
    <pc:docChg chg="undo redo custSel addSld delSld modSld">
      <pc:chgData name="Tim Haxton" userId="d4e3a40a62c7347c" providerId="LiveId" clId="{9C68BEC7-7BE7-4FB1-9893-1F25A6595A1D}" dt="2025-02-10T21:09:05.615" v="762" actId="20577"/>
      <pc:docMkLst>
        <pc:docMk/>
      </pc:docMkLst>
      <pc:sldChg chg="modSp mod">
        <pc:chgData name="Tim Haxton" userId="d4e3a40a62c7347c" providerId="LiveId" clId="{9C68BEC7-7BE7-4FB1-9893-1F25A6595A1D}" dt="2025-02-10T21:09:05.615" v="762" actId="20577"/>
        <pc:sldMkLst>
          <pc:docMk/>
          <pc:sldMk cId="2292232001" sldId="268"/>
        </pc:sldMkLst>
        <pc:spChg chg="mod">
          <ac:chgData name="Tim Haxton" userId="d4e3a40a62c7347c" providerId="LiveId" clId="{9C68BEC7-7BE7-4FB1-9893-1F25A6595A1D}" dt="2025-02-10T21:09:05.615" v="762" actId="20577"/>
          <ac:spMkLst>
            <pc:docMk/>
            <pc:sldMk cId="2292232001" sldId="268"/>
            <ac:spMk id="2" creationId="{CA39C90B-AEB0-104C-2039-253B1E835F59}"/>
          </ac:spMkLst>
        </pc:spChg>
      </pc:sldChg>
      <pc:sldChg chg="modSp mod">
        <pc:chgData name="Tim Haxton" userId="d4e3a40a62c7347c" providerId="LiveId" clId="{9C68BEC7-7BE7-4FB1-9893-1F25A6595A1D}" dt="2025-02-10T21:07:52.605" v="708" actId="20577"/>
        <pc:sldMkLst>
          <pc:docMk/>
          <pc:sldMk cId="3041322731" sldId="269"/>
        </pc:sldMkLst>
        <pc:spChg chg="mod">
          <ac:chgData name="Tim Haxton" userId="d4e3a40a62c7347c" providerId="LiveId" clId="{9C68BEC7-7BE7-4FB1-9893-1F25A6595A1D}" dt="2025-02-10T21:07:52.605" v="708" actId="20577"/>
          <ac:spMkLst>
            <pc:docMk/>
            <pc:sldMk cId="3041322731" sldId="269"/>
            <ac:spMk id="2" creationId="{37A67985-1256-D1C0-F330-3FE951D3CD4F}"/>
          </ac:spMkLst>
        </pc:spChg>
      </pc:sldChg>
      <pc:sldChg chg="addSp modSp new mod">
        <pc:chgData name="Tim Haxton" userId="d4e3a40a62c7347c" providerId="LiveId" clId="{9C68BEC7-7BE7-4FB1-9893-1F25A6595A1D}" dt="2025-02-10T20:05:08.141" v="45" actId="1076"/>
        <pc:sldMkLst>
          <pc:docMk/>
          <pc:sldMk cId="2075884752" sldId="277"/>
        </pc:sldMkLst>
        <pc:spChg chg="mod">
          <ac:chgData name="Tim Haxton" userId="d4e3a40a62c7347c" providerId="LiveId" clId="{9C68BEC7-7BE7-4FB1-9893-1F25A6595A1D}" dt="2025-02-10T19:56:00.546" v="29" actId="20577"/>
          <ac:spMkLst>
            <pc:docMk/>
            <pc:sldMk cId="2075884752" sldId="277"/>
            <ac:spMk id="2" creationId="{5A19692D-92BD-303E-4365-7F8A12CAC6C8}"/>
          </ac:spMkLst>
        </pc:spChg>
        <pc:picChg chg="add mod">
          <ac:chgData name="Tim Haxton" userId="d4e3a40a62c7347c" providerId="LiveId" clId="{9C68BEC7-7BE7-4FB1-9893-1F25A6595A1D}" dt="2025-02-10T20:01:28.403" v="38" actId="1076"/>
          <ac:picMkLst>
            <pc:docMk/>
            <pc:sldMk cId="2075884752" sldId="277"/>
            <ac:picMk id="4" creationId="{6FC6BD81-F60B-C9FE-54D6-A606DBBF50AD}"/>
          </ac:picMkLst>
        </pc:picChg>
        <pc:picChg chg="add mod">
          <ac:chgData name="Tim Haxton" userId="d4e3a40a62c7347c" providerId="LiveId" clId="{9C68BEC7-7BE7-4FB1-9893-1F25A6595A1D}" dt="2025-02-10T20:02:58.499" v="42" actId="1076"/>
          <ac:picMkLst>
            <pc:docMk/>
            <pc:sldMk cId="2075884752" sldId="277"/>
            <ac:picMk id="5" creationId="{EE28A03B-2973-D68F-2820-AB3FC50064AA}"/>
          </ac:picMkLst>
        </pc:picChg>
        <pc:picChg chg="add mod">
          <ac:chgData name="Tim Haxton" userId="d4e3a40a62c7347c" providerId="LiveId" clId="{9C68BEC7-7BE7-4FB1-9893-1F25A6595A1D}" dt="2025-02-10T20:05:08.141" v="45" actId="1076"/>
          <ac:picMkLst>
            <pc:docMk/>
            <pc:sldMk cId="2075884752" sldId="277"/>
            <ac:picMk id="6" creationId="{8E8851B3-A95B-9181-58C2-9A94B43256E3}"/>
          </ac:picMkLst>
        </pc:picChg>
      </pc:sldChg>
      <pc:sldChg chg="add del">
        <pc:chgData name="Tim Haxton" userId="d4e3a40a62c7347c" providerId="LiveId" clId="{9C68BEC7-7BE7-4FB1-9893-1F25A6595A1D}" dt="2025-02-10T20:25:46.381" v="61" actId="2890"/>
        <pc:sldMkLst>
          <pc:docMk/>
          <pc:sldMk cId="355428159" sldId="278"/>
        </pc:sldMkLst>
      </pc:sldChg>
      <pc:sldChg chg="addSp delSp modSp add mod">
        <pc:chgData name="Tim Haxton" userId="d4e3a40a62c7347c" providerId="LiveId" clId="{9C68BEC7-7BE7-4FB1-9893-1F25A6595A1D}" dt="2025-02-10T21:03:52.455" v="659" actId="20577"/>
        <pc:sldMkLst>
          <pc:docMk/>
          <pc:sldMk cId="535830081" sldId="278"/>
        </pc:sldMkLst>
        <pc:spChg chg="add mod">
          <ac:chgData name="Tim Haxton" userId="d4e3a40a62c7347c" providerId="LiveId" clId="{9C68BEC7-7BE7-4FB1-9893-1F25A6595A1D}" dt="2025-02-10T20:45:46.888" v="173" actId="207"/>
          <ac:spMkLst>
            <pc:docMk/>
            <pc:sldMk cId="535830081" sldId="278"/>
            <ac:spMk id="2" creationId="{60F14F6A-0935-88D9-5123-FF983CEF7EAD}"/>
          </ac:spMkLst>
        </pc:spChg>
        <pc:spChg chg="add mod">
          <ac:chgData name="Tim Haxton" userId="d4e3a40a62c7347c" providerId="LiveId" clId="{9C68BEC7-7BE7-4FB1-9893-1F25A6595A1D}" dt="2025-02-10T20:45:50.821" v="174" actId="207"/>
          <ac:spMkLst>
            <pc:docMk/>
            <pc:sldMk cId="535830081" sldId="278"/>
            <ac:spMk id="3" creationId="{1C8D7A8D-06EE-F613-3408-8D828AAF7D8C}"/>
          </ac:spMkLst>
        </pc:spChg>
        <pc:spChg chg="add mod">
          <ac:chgData name="Tim Haxton" userId="d4e3a40a62c7347c" providerId="LiveId" clId="{9C68BEC7-7BE7-4FB1-9893-1F25A6595A1D}" dt="2025-02-10T20:47:02.761" v="189" actId="1076"/>
          <ac:spMkLst>
            <pc:docMk/>
            <pc:sldMk cId="535830081" sldId="278"/>
            <ac:spMk id="8" creationId="{3911584D-1E6D-0175-75E5-6EEE1EEC9558}"/>
          </ac:spMkLst>
        </pc:spChg>
        <pc:spChg chg="add mod">
          <ac:chgData name="Tim Haxton" userId="d4e3a40a62c7347c" providerId="LiveId" clId="{9C68BEC7-7BE7-4FB1-9893-1F25A6595A1D}" dt="2025-02-10T20:46:14.623" v="180" actId="207"/>
          <ac:spMkLst>
            <pc:docMk/>
            <pc:sldMk cId="535830081" sldId="278"/>
            <ac:spMk id="9" creationId="{252B29CB-5354-67D6-22AB-3FBBF237E198}"/>
          </ac:spMkLst>
        </pc:spChg>
        <pc:spChg chg="add mod">
          <ac:chgData name="Tim Haxton" userId="d4e3a40a62c7347c" providerId="LiveId" clId="{9C68BEC7-7BE7-4FB1-9893-1F25A6595A1D}" dt="2025-02-10T20:46:57.660" v="188" actId="1076"/>
          <ac:spMkLst>
            <pc:docMk/>
            <pc:sldMk cId="535830081" sldId="278"/>
            <ac:spMk id="10" creationId="{D72FB0B3-7938-6DC6-3064-14251E031710}"/>
          </ac:spMkLst>
        </pc:spChg>
        <pc:spChg chg="add mod">
          <ac:chgData name="Tim Haxton" userId="d4e3a40a62c7347c" providerId="LiveId" clId="{9C68BEC7-7BE7-4FB1-9893-1F25A6595A1D}" dt="2025-02-10T20:47:07" v="190" actId="1076"/>
          <ac:spMkLst>
            <pc:docMk/>
            <pc:sldMk cId="535830081" sldId="278"/>
            <ac:spMk id="11" creationId="{97B901C3-40CB-F454-C45D-F251BC1B9AB8}"/>
          </ac:spMkLst>
        </pc:spChg>
        <pc:spChg chg="add mod">
          <ac:chgData name="Tim Haxton" userId="d4e3a40a62c7347c" providerId="LiveId" clId="{9C68BEC7-7BE7-4FB1-9893-1F25A6595A1D}" dt="2025-02-10T20:47:21.578" v="191" actId="1076"/>
          <ac:spMkLst>
            <pc:docMk/>
            <pc:sldMk cId="535830081" sldId="278"/>
            <ac:spMk id="12" creationId="{BA23A12E-DEA4-904D-8924-B86689393102}"/>
          </ac:spMkLst>
        </pc:spChg>
        <pc:spChg chg="add mod">
          <ac:chgData name="Tim Haxton" userId="d4e3a40a62c7347c" providerId="LiveId" clId="{9C68BEC7-7BE7-4FB1-9893-1F25A6595A1D}" dt="2025-02-10T20:47:26.134" v="192" actId="1076"/>
          <ac:spMkLst>
            <pc:docMk/>
            <pc:sldMk cId="535830081" sldId="278"/>
            <ac:spMk id="13" creationId="{8EF708BD-AB8D-015B-15B4-B1A454BA8D6B}"/>
          </ac:spMkLst>
        </pc:spChg>
        <pc:spChg chg="add del mod">
          <ac:chgData name="Tim Haxton" userId="d4e3a40a62c7347c" providerId="LiveId" clId="{9C68BEC7-7BE7-4FB1-9893-1F25A6595A1D}" dt="2025-02-10T20:35:00.948" v="105" actId="20577"/>
          <ac:spMkLst>
            <pc:docMk/>
            <pc:sldMk cId="535830081" sldId="278"/>
            <ac:spMk id="14" creationId="{27969606-7FB5-F0C9-7013-1964CD2F6B93}"/>
          </ac:spMkLst>
        </pc:spChg>
        <pc:spChg chg="add mod">
          <ac:chgData name="Tim Haxton" userId="d4e3a40a62c7347c" providerId="LiveId" clId="{9C68BEC7-7BE7-4FB1-9893-1F25A6595A1D}" dt="2025-02-10T21:02:33.223" v="626" actId="255"/>
          <ac:spMkLst>
            <pc:docMk/>
            <pc:sldMk cId="535830081" sldId="278"/>
            <ac:spMk id="15" creationId="{24253445-8D2F-3BBE-0CF4-B65C3B923CA2}"/>
          </ac:spMkLst>
        </pc:spChg>
        <pc:spChg chg="add mod">
          <ac:chgData name="Tim Haxton" userId="d4e3a40a62c7347c" providerId="LiveId" clId="{9C68BEC7-7BE7-4FB1-9893-1F25A6595A1D}" dt="2025-02-10T20:45:25.659" v="171" actId="255"/>
          <ac:spMkLst>
            <pc:docMk/>
            <pc:sldMk cId="535830081" sldId="278"/>
            <ac:spMk id="16" creationId="{71BABBB3-CD8A-A30C-7135-DB82F354D86E}"/>
          </ac:spMkLst>
        </pc:spChg>
        <pc:spChg chg="add mod">
          <ac:chgData name="Tim Haxton" userId="d4e3a40a62c7347c" providerId="LiveId" clId="{9C68BEC7-7BE7-4FB1-9893-1F25A6595A1D}" dt="2025-02-10T20:58:45.574" v="439" actId="21"/>
          <ac:spMkLst>
            <pc:docMk/>
            <pc:sldMk cId="535830081" sldId="278"/>
            <ac:spMk id="17" creationId="{6C53C039-79E2-363A-FF52-8054646B54F6}"/>
          </ac:spMkLst>
        </pc:spChg>
        <pc:spChg chg="add mod">
          <ac:chgData name="Tim Haxton" userId="d4e3a40a62c7347c" providerId="LiveId" clId="{9C68BEC7-7BE7-4FB1-9893-1F25A6595A1D}" dt="2025-02-10T21:02:25.533" v="624" actId="21"/>
          <ac:spMkLst>
            <pc:docMk/>
            <pc:sldMk cId="535830081" sldId="278"/>
            <ac:spMk id="18" creationId="{28AA2ED3-1630-894D-72CA-E026F8F3838B}"/>
          </ac:spMkLst>
        </pc:spChg>
        <pc:spChg chg="add mod">
          <ac:chgData name="Tim Haxton" userId="d4e3a40a62c7347c" providerId="LiveId" clId="{9C68BEC7-7BE7-4FB1-9893-1F25A6595A1D}" dt="2025-02-10T20:51:34.139" v="273" actId="20577"/>
          <ac:spMkLst>
            <pc:docMk/>
            <pc:sldMk cId="535830081" sldId="278"/>
            <ac:spMk id="20" creationId="{AC6F5889-7EA8-E758-32E3-D12197362929}"/>
          </ac:spMkLst>
        </pc:spChg>
        <pc:spChg chg="add mod">
          <ac:chgData name="Tim Haxton" userId="d4e3a40a62c7347c" providerId="LiveId" clId="{9C68BEC7-7BE7-4FB1-9893-1F25A6595A1D}" dt="2025-02-10T20:51:45.284" v="282" actId="20577"/>
          <ac:spMkLst>
            <pc:docMk/>
            <pc:sldMk cId="535830081" sldId="278"/>
            <ac:spMk id="22" creationId="{CBB965A9-D4AB-36BD-1DD6-BB5249E3BBBA}"/>
          </ac:spMkLst>
        </pc:spChg>
        <pc:spChg chg="add mod">
          <ac:chgData name="Tim Haxton" userId="d4e3a40a62c7347c" providerId="LiveId" clId="{9C68BEC7-7BE7-4FB1-9893-1F25A6595A1D}" dt="2025-02-10T20:51:55.371" v="306" actId="20577"/>
          <ac:spMkLst>
            <pc:docMk/>
            <pc:sldMk cId="535830081" sldId="278"/>
            <ac:spMk id="23" creationId="{FB53F17B-E396-325F-1879-0B4E15A2E940}"/>
          </ac:spMkLst>
        </pc:spChg>
        <pc:spChg chg="add mod">
          <ac:chgData name="Tim Haxton" userId="d4e3a40a62c7347c" providerId="LiveId" clId="{9C68BEC7-7BE7-4FB1-9893-1F25A6595A1D}" dt="2025-02-10T20:52:01.131" v="318" actId="20577"/>
          <ac:spMkLst>
            <pc:docMk/>
            <pc:sldMk cId="535830081" sldId="278"/>
            <ac:spMk id="24" creationId="{D3DF6A90-2D25-F787-C5BE-05CBA117DFFA}"/>
          </ac:spMkLst>
        </pc:spChg>
        <pc:spChg chg="add mod">
          <ac:chgData name="Tim Haxton" userId="d4e3a40a62c7347c" providerId="LiveId" clId="{9C68BEC7-7BE7-4FB1-9893-1F25A6595A1D}" dt="2025-02-10T20:52:06.723" v="325" actId="20577"/>
          <ac:spMkLst>
            <pc:docMk/>
            <pc:sldMk cId="535830081" sldId="278"/>
            <ac:spMk id="25" creationId="{06DE25EA-4EB5-D408-B35C-540C8320D68E}"/>
          </ac:spMkLst>
        </pc:spChg>
        <pc:spChg chg="add mod">
          <ac:chgData name="Tim Haxton" userId="d4e3a40a62c7347c" providerId="LiveId" clId="{9C68BEC7-7BE7-4FB1-9893-1F25A6595A1D}" dt="2025-02-10T21:03:30.399" v="657" actId="20577"/>
          <ac:spMkLst>
            <pc:docMk/>
            <pc:sldMk cId="535830081" sldId="278"/>
            <ac:spMk id="26" creationId="{924E7564-1229-506E-735B-58057031850C}"/>
          </ac:spMkLst>
        </pc:spChg>
        <pc:spChg chg="add mod">
          <ac:chgData name="Tim Haxton" userId="d4e3a40a62c7347c" providerId="LiveId" clId="{9C68BEC7-7BE7-4FB1-9893-1F25A6595A1D}" dt="2025-02-10T21:03:20.159" v="642" actId="20577"/>
          <ac:spMkLst>
            <pc:docMk/>
            <pc:sldMk cId="535830081" sldId="278"/>
            <ac:spMk id="28" creationId="{166220CC-479B-2CB9-BABE-521E4CC4CE0A}"/>
          </ac:spMkLst>
        </pc:spChg>
        <pc:spChg chg="add mod">
          <ac:chgData name="Tim Haxton" userId="d4e3a40a62c7347c" providerId="LiveId" clId="{9C68BEC7-7BE7-4FB1-9893-1F25A6595A1D}" dt="2025-02-10T21:03:49.082" v="658" actId="20577"/>
          <ac:spMkLst>
            <pc:docMk/>
            <pc:sldMk cId="535830081" sldId="278"/>
            <ac:spMk id="35" creationId="{826E1600-D055-631A-AB31-EAB36684C244}"/>
          </ac:spMkLst>
        </pc:spChg>
        <pc:spChg chg="add mod">
          <ac:chgData name="Tim Haxton" userId="d4e3a40a62c7347c" providerId="LiveId" clId="{9C68BEC7-7BE7-4FB1-9893-1F25A6595A1D}" dt="2025-02-10T21:03:52.455" v="659" actId="20577"/>
          <ac:spMkLst>
            <pc:docMk/>
            <pc:sldMk cId="535830081" sldId="278"/>
            <ac:spMk id="36" creationId="{C6D62202-034D-BDED-9D9A-E8735C3DDCB9}"/>
          </ac:spMkLst>
        </pc:spChg>
        <pc:spChg chg="add mod">
          <ac:chgData name="Tim Haxton" userId="d4e3a40a62c7347c" providerId="LiveId" clId="{9C68BEC7-7BE7-4FB1-9893-1F25A6595A1D}" dt="2025-02-10T21:00:52.649" v="530" actId="20577"/>
          <ac:spMkLst>
            <pc:docMk/>
            <pc:sldMk cId="535830081" sldId="278"/>
            <ac:spMk id="37" creationId="{B3DFD7E3-B349-E380-501A-3E708EF7B816}"/>
          </ac:spMkLst>
        </pc:spChg>
      </pc:sldChg>
      <pc:sldChg chg="addSp modSp new del mod">
        <pc:chgData name="Tim Haxton" userId="d4e3a40a62c7347c" providerId="LiveId" clId="{9C68BEC7-7BE7-4FB1-9893-1F25A6595A1D}" dt="2025-02-10T20:25:33.860" v="59" actId="2696"/>
        <pc:sldMkLst>
          <pc:docMk/>
          <pc:sldMk cId="1063296654" sldId="278"/>
        </pc:sldMkLst>
      </pc:sldChg>
    </pc:docChg>
  </pc:docChgLst>
  <pc:docChgLst>
    <pc:chgData name="Cooper Wolf" userId="c8315c998c98f914" providerId="Windows Live" clId="Web-{78CAF723-9C2A-4089-7C62-812DDFBE3255}"/>
    <pc:docChg chg="modSld">
      <pc:chgData name="Cooper Wolf" userId="c8315c998c98f914" providerId="Windows Live" clId="Web-{78CAF723-9C2A-4089-7C62-812DDFBE3255}" dt="2025-02-15T17:43:46.796" v="7" actId="20577"/>
      <pc:docMkLst>
        <pc:docMk/>
      </pc:docMkLst>
      <pc:sldChg chg="modSp">
        <pc:chgData name="Cooper Wolf" userId="c8315c998c98f914" providerId="Windows Live" clId="Web-{78CAF723-9C2A-4089-7C62-812DDFBE3255}" dt="2025-02-15T17:43:46.796" v="7" actId="20577"/>
        <pc:sldMkLst>
          <pc:docMk/>
          <pc:sldMk cId="1774808699" sldId="291"/>
        </pc:sldMkLst>
        <pc:spChg chg="mod">
          <ac:chgData name="Cooper Wolf" userId="c8315c998c98f914" providerId="Windows Live" clId="Web-{78CAF723-9C2A-4089-7C62-812DDFBE3255}" dt="2025-02-15T17:43:05.873" v="2" actId="14100"/>
          <ac:spMkLst>
            <pc:docMk/>
            <pc:sldMk cId="1774808699" sldId="291"/>
            <ac:spMk id="3" creationId="{0A3CE9A7-B4FF-5C30-CD9D-3BC15FB33291}"/>
          </ac:spMkLst>
        </pc:spChg>
        <pc:spChg chg="mod">
          <ac:chgData name="Cooper Wolf" userId="c8315c998c98f914" providerId="Windows Live" clId="Web-{78CAF723-9C2A-4089-7C62-812DDFBE3255}" dt="2025-02-15T17:43:33.545" v="5" actId="20577"/>
          <ac:spMkLst>
            <pc:docMk/>
            <pc:sldMk cId="1774808699" sldId="291"/>
            <ac:spMk id="4" creationId="{BBDACC7D-8BB0-3D99-385A-33E6FC052C18}"/>
          </ac:spMkLst>
        </pc:spChg>
        <pc:spChg chg="mod">
          <ac:chgData name="Cooper Wolf" userId="c8315c998c98f914" providerId="Windows Live" clId="Web-{78CAF723-9C2A-4089-7C62-812DDFBE3255}" dt="2025-02-15T17:43:09.576" v="3" actId="14100"/>
          <ac:spMkLst>
            <pc:docMk/>
            <pc:sldMk cId="1774808699" sldId="291"/>
            <ac:spMk id="5" creationId="{E7BBF6E8-EB0A-06B4-7781-5DBA7B197BBB}"/>
          </ac:spMkLst>
        </pc:spChg>
        <pc:spChg chg="mod">
          <ac:chgData name="Cooper Wolf" userId="c8315c998c98f914" providerId="Windows Live" clId="Web-{78CAF723-9C2A-4089-7C62-812DDFBE3255}" dt="2025-02-15T17:43:40.280" v="6" actId="20577"/>
          <ac:spMkLst>
            <pc:docMk/>
            <pc:sldMk cId="1774808699" sldId="291"/>
            <ac:spMk id="6" creationId="{3D3303B8-1494-0007-3918-F2962E4D576A}"/>
          </ac:spMkLst>
        </pc:spChg>
        <pc:spChg chg="mod">
          <ac:chgData name="Cooper Wolf" userId="c8315c998c98f914" providerId="Windows Live" clId="Web-{78CAF723-9C2A-4089-7C62-812DDFBE3255}" dt="2025-02-15T17:43:13.654" v="4" actId="14100"/>
          <ac:spMkLst>
            <pc:docMk/>
            <pc:sldMk cId="1774808699" sldId="291"/>
            <ac:spMk id="7" creationId="{80C555A4-81FA-DF14-6793-150005D239F9}"/>
          </ac:spMkLst>
        </pc:spChg>
        <pc:spChg chg="mod">
          <ac:chgData name="Cooper Wolf" userId="c8315c998c98f914" providerId="Windows Live" clId="Web-{78CAF723-9C2A-4089-7C62-812DDFBE3255}" dt="2025-02-15T17:43:46.796" v="7" actId="20577"/>
          <ac:spMkLst>
            <pc:docMk/>
            <pc:sldMk cId="1774808699" sldId="291"/>
            <ac:spMk id="8" creationId="{DAD55260-E740-6742-1593-1F9B8440959E}"/>
          </ac:spMkLst>
        </pc:spChg>
        <pc:spChg chg="mod">
          <ac:chgData name="Cooper Wolf" userId="c8315c998c98f914" providerId="Windows Live" clId="Web-{78CAF723-9C2A-4089-7C62-812DDFBE3255}" dt="2025-02-15T17:42:41.419" v="1" actId="1076"/>
          <ac:spMkLst>
            <pc:docMk/>
            <pc:sldMk cId="1774808699" sldId="291"/>
            <ac:spMk id="10" creationId="{36D382E1-13DE-ACF1-A4B2-780BB311946A}"/>
          </ac:spMkLst>
        </pc:spChg>
      </pc:sldChg>
    </pc:docChg>
  </pc:docChgLst>
  <pc:docChgLst>
    <pc:chgData name="Jon Scales" userId="47be52a2c6b5a1e9" providerId="Windows Live" clId="Web-{A523BF91-B4CA-9A5B-48DA-B6BFB96F4551}"/>
    <pc:docChg chg="addSld modSld">
      <pc:chgData name="Jon Scales" userId="47be52a2c6b5a1e9" providerId="Windows Live" clId="Web-{A523BF91-B4CA-9A5B-48DA-B6BFB96F4551}" dt="2025-02-14T22:29:54.056" v="60" actId="1076"/>
      <pc:docMkLst>
        <pc:docMk/>
      </pc:docMkLst>
      <pc:sldChg chg="modSp">
        <pc:chgData name="Jon Scales" userId="47be52a2c6b5a1e9" providerId="Windows Live" clId="Web-{A523BF91-B4CA-9A5B-48DA-B6BFB96F4551}" dt="2025-02-14T22:02:53.431" v="26" actId="20577"/>
        <pc:sldMkLst>
          <pc:docMk/>
          <pc:sldMk cId="2714179812" sldId="285"/>
        </pc:sldMkLst>
        <pc:spChg chg="mod">
          <ac:chgData name="Jon Scales" userId="47be52a2c6b5a1e9" providerId="Windows Live" clId="Web-{A523BF91-B4CA-9A5B-48DA-B6BFB96F4551}" dt="2025-02-14T22:02:53.431" v="26" actId="20577"/>
          <ac:spMkLst>
            <pc:docMk/>
            <pc:sldMk cId="2714179812" sldId="285"/>
            <ac:spMk id="3" creationId="{00000000-0000-0000-0000-000000000000}"/>
          </ac:spMkLst>
        </pc:spChg>
      </pc:sldChg>
      <pc:sldChg chg="addSp modSp new">
        <pc:chgData name="Jon Scales" userId="47be52a2c6b5a1e9" providerId="Windows Live" clId="Web-{A523BF91-B4CA-9A5B-48DA-B6BFB96F4551}" dt="2025-02-14T22:29:54.056" v="60" actId="1076"/>
        <pc:sldMkLst>
          <pc:docMk/>
          <pc:sldMk cId="3463904645" sldId="295"/>
        </pc:sldMkLst>
        <pc:spChg chg="mod">
          <ac:chgData name="Jon Scales" userId="47be52a2c6b5a1e9" providerId="Windows Live" clId="Web-{A523BF91-B4CA-9A5B-48DA-B6BFB96F4551}" dt="2025-02-14T22:28:54.460" v="57" actId="1076"/>
          <ac:spMkLst>
            <pc:docMk/>
            <pc:sldMk cId="3463904645" sldId="295"/>
            <ac:spMk id="2" creationId="{DC3F3881-CD9E-DB7B-109F-27B37481BCF1}"/>
          </ac:spMkLst>
        </pc:spChg>
        <pc:picChg chg="add mod modCrop">
          <ac:chgData name="Jon Scales" userId="47be52a2c6b5a1e9" providerId="Windows Live" clId="Web-{A523BF91-B4CA-9A5B-48DA-B6BFB96F4551}" dt="2025-02-14T22:29:54.056" v="60" actId="1076"/>
          <ac:picMkLst>
            <pc:docMk/>
            <pc:sldMk cId="3463904645" sldId="295"/>
            <ac:picMk id="3" creationId="{B1D0904A-4E13-8CD1-ABA7-BA133FB11898}"/>
          </ac:picMkLst>
        </pc:picChg>
      </pc:sldChg>
    </pc:docChg>
  </pc:docChgLst>
  <pc:docChgLst>
    <pc:chgData name="Tim Haxton" userId="d4e3a40a62c7347c" providerId="LiveId" clId="{6E872CBA-2453-46B1-ABF3-AC8671F577A3}"/>
    <pc:docChg chg="undo custSel addSld delSld modSld">
      <pc:chgData name="Tim Haxton" userId="d4e3a40a62c7347c" providerId="LiveId" clId="{6E872CBA-2453-46B1-ABF3-AC8671F577A3}" dt="2025-02-26T17:27:55.592" v="165"/>
      <pc:docMkLst>
        <pc:docMk/>
      </pc:docMkLst>
      <pc:sldChg chg="modSp mod">
        <pc:chgData name="Tim Haxton" userId="d4e3a40a62c7347c" providerId="LiveId" clId="{6E872CBA-2453-46B1-ABF3-AC8671F577A3}" dt="2025-02-17T20:06:39.963" v="164" actId="20577"/>
        <pc:sldMkLst>
          <pc:docMk/>
          <pc:sldMk cId="4191055997" sldId="260"/>
        </pc:sldMkLst>
        <pc:spChg chg="mod">
          <ac:chgData name="Tim Haxton" userId="d4e3a40a62c7347c" providerId="LiveId" clId="{6E872CBA-2453-46B1-ABF3-AC8671F577A3}" dt="2025-02-17T20:06:39.963" v="164" actId="20577"/>
          <ac:spMkLst>
            <pc:docMk/>
            <pc:sldMk cId="4191055997" sldId="260"/>
            <ac:spMk id="2" creationId="{F1E54965-9F04-73EE-927A-970BB0A19EE3}"/>
          </ac:spMkLst>
        </pc:spChg>
      </pc:sldChg>
      <pc:sldChg chg="modSp mod">
        <pc:chgData name="Tim Haxton" userId="d4e3a40a62c7347c" providerId="LiveId" clId="{6E872CBA-2453-46B1-ABF3-AC8671F577A3}" dt="2025-02-17T14:36:52.529" v="158" actId="1076"/>
        <pc:sldMkLst>
          <pc:docMk/>
          <pc:sldMk cId="2075884752" sldId="277"/>
        </pc:sldMkLst>
        <pc:picChg chg="mod">
          <ac:chgData name="Tim Haxton" userId="d4e3a40a62c7347c" providerId="LiveId" clId="{6E872CBA-2453-46B1-ABF3-AC8671F577A3}" dt="2025-02-17T14:36:46.115" v="156" actId="1076"/>
          <ac:picMkLst>
            <pc:docMk/>
            <pc:sldMk cId="2075884752" sldId="277"/>
            <ac:picMk id="4" creationId="{6FC6BD81-F60B-C9FE-54D6-A606DBBF50AD}"/>
          </ac:picMkLst>
        </pc:picChg>
        <pc:picChg chg="mod">
          <ac:chgData name="Tim Haxton" userId="d4e3a40a62c7347c" providerId="LiveId" clId="{6E872CBA-2453-46B1-ABF3-AC8671F577A3}" dt="2025-02-17T14:36:50.129" v="157" actId="1076"/>
          <ac:picMkLst>
            <pc:docMk/>
            <pc:sldMk cId="2075884752" sldId="277"/>
            <ac:picMk id="5" creationId="{EE28A03B-2973-D68F-2820-AB3FC50064AA}"/>
          </ac:picMkLst>
        </pc:picChg>
        <pc:picChg chg="mod">
          <ac:chgData name="Tim Haxton" userId="d4e3a40a62c7347c" providerId="LiveId" clId="{6E872CBA-2453-46B1-ABF3-AC8671F577A3}" dt="2025-02-17T14:36:52.529" v="158" actId="1076"/>
          <ac:picMkLst>
            <pc:docMk/>
            <pc:sldMk cId="2075884752" sldId="277"/>
            <ac:picMk id="6" creationId="{8E8851B3-A95B-9181-58C2-9A94B43256E3}"/>
          </ac:picMkLst>
        </pc:picChg>
      </pc:sldChg>
      <pc:sldChg chg="del">
        <pc:chgData name="Tim Haxton" userId="d4e3a40a62c7347c" providerId="LiveId" clId="{6E872CBA-2453-46B1-ABF3-AC8671F577A3}" dt="2025-02-14T21:36:18.395" v="6" actId="47"/>
        <pc:sldMkLst>
          <pc:docMk/>
          <pc:sldMk cId="3398336947" sldId="279"/>
        </pc:sldMkLst>
      </pc:sldChg>
      <pc:sldChg chg="del">
        <pc:chgData name="Tim Haxton" userId="d4e3a40a62c7347c" providerId="LiveId" clId="{6E872CBA-2453-46B1-ABF3-AC8671F577A3}" dt="2025-02-14T21:36:21.910" v="7" actId="47"/>
        <pc:sldMkLst>
          <pc:docMk/>
          <pc:sldMk cId="457103033" sldId="280"/>
        </pc:sldMkLst>
      </pc:sldChg>
      <pc:sldChg chg="del">
        <pc:chgData name="Tim Haxton" userId="d4e3a40a62c7347c" providerId="LiveId" clId="{6E872CBA-2453-46B1-ABF3-AC8671F577A3}" dt="2025-02-14T21:36:45.945" v="9" actId="47"/>
        <pc:sldMkLst>
          <pc:docMk/>
          <pc:sldMk cId="3616599521" sldId="281"/>
        </pc:sldMkLst>
      </pc:sldChg>
      <pc:sldChg chg="modSp">
        <pc:chgData name="Tim Haxton" userId="d4e3a40a62c7347c" providerId="LiveId" clId="{6E872CBA-2453-46B1-ABF3-AC8671F577A3}" dt="2025-02-26T17:27:55.592" v="165"/>
        <pc:sldMkLst>
          <pc:docMk/>
          <pc:sldMk cId="2503122617" sldId="286"/>
        </pc:sldMkLst>
        <pc:graphicFrameChg chg="mod">
          <ac:chgData name="Tim Haxton" userId="d4e3a40a62c7347c" providerId="LiveId" clId="{6E872CBA-2453-46B1-ABF3-AC8671F577A3}" dt="2025-02-26T17:27:55.592" v="165"/>
          <ac:graphicFrameMkLst>
            <pc:docMk/>
            <pc:sldMk cId="2503122617" sldId="286"/>
            <ac:graphicFrameMk id="13" creationId="{00000000-0000-0000-0000-000000000000}"/>
          </ac:graphicFrameMkLst>
        </pc:graphicFrameChg>
      </pc:sldChg>
      <pc:sldChg chg="modSp mod">
        <pc:chgData name="Tim Haxton" userId="d4e3a40a62c7347c" providerId="LiveId" clId="{6E872CBA-2453-46B1-ABF3-AC8671F577A3}" dt="2025-02-14T21:32:27.609" v="2" actId="1036"/>
        <pc:sldMkLst>
          <pc:docMk/>
          <pc:sldMk cId="3711990753" sldId="287"/>
        </pc:sldMkLst>
        <pc:spChg chg="mod">
          <ac:chgData name="Tim Haxton" userId="d4e3a40a62c7347c" providerId="LiveId" clId="{6E872CBA-2453-46B1-ABF3-AC8671F577A3}" dt="2025-02-14T21:32:27.609" v="2" actId="1036"/>
          <ac:spMkLst>
            <pc:docMk/>
            <pc:sldMk cId="3711990753" sldId="287"/>
            <ac:spMk id="2" creationId="{00000000-0000-0000-0000-000000000000}"/>
          </ac:spMkLst>
        </pc:spChg>
      </pc:sldChg>
      <pc:sldChg chg="add">
        <pc:chgData name="Tim Haxton" userId="d4e3a40a62c7347c" providerId="LiveId" clId="{6E872CBA-2453-46B1-ABF3-AC8671F577A3}" dt="2025-02-14T21:34:59.960" v="3"/>
        <pc:sldMkLst>
          <pc:docMk/>
          <pc:sldMk cId="2170231267" sldId="289"/>
        </pc:sldMkLst>
      </pc:sldChg>
      <pc:sldChg chg="add">
        <pc:chgData name="Tim Haxton" userId="d4e3a40a62c7347c" providerId="LiveId" clId="{6E872CBA-2453-46B1-ABF3-AC8671F577A3}" dt="2025-02-14T21:35:54.341" v="4"/>
        <pc:sldMkLst>
          <pc:docMk/>
          <pc:sldMk cId="3931379125" sldId="290"/>
        </pc:sldMkLst>
      </pc:sldChg>
      <pc:sldChg chg="add">
        <pc:chgData name="Tim Haxton" userId="d4e3a40a62c7347c" providerId="LiveId" clId="{6E872CBA-2453-46B1-ABF3-AC8671F577A3}" dt="2025-02-14T21:36:14.458" v="5"/>
        <pc:sldMkLst>
          <pc:docMk/>
          <pc:sldMk cId="1774808699" sldId="291"/>
        </pc:sldMkLst>
      </pc:sldChg>
      <pc:sldChg chg="delSp modSp add mod">
        <pc:chgData name="Tim Haxton" userId="d4e3a40a62c7347c" providerId="LiveId" clId="{6E872CBA-2453-46B1-ABF3-AC8671F577A3}" dt="2025-02-14T22:19:01.616" v="140"/>
        <pc:sldMkLst>
          <pc:docMk/>
          <pc:sldMk cId="1167381600" sldId="292"/>
        </pc:sldMkLst>
        <pc:spChg chg="mod">
          <ac:chgData name="Tim Haxton" userId="d4e3a40a62c7347c" providerId="LiveId" clId="{6E872CBA-2453-46B1-ABF3-AC8671F577A3}" dt="2025-02-14T22:13:24.983" v="34" actId="255"/>
          <ac:spMkLst>
            <pc:docMk/>
            <pc:sldMk cId="1167381600" sldId="292"/>
            <ac:spMk id="3" creationId="{8481E9A2-6114-2420-726E-111CF11A913D}"/>
          </ac:spMkLst>
        </pc:spChg>
        <pc:spChg chg="mod">
          <ac:chgData name="Tim Haxton" userId="d4e3a40a62c7347c" providerId="LiveId" clId="{6E872CBA-2453-46B1-ABF3-AC8671F577A3}" dt="2025-02-14T22:18:17.544" v="101" actId="20577"/>
          <ac:spMkLst>
            <pc:docMk/>
            <pc:sldMk cId="1167381600" sldId="292"/>
            <ac:spMk id="4" creationId="{15E1B6C2-0E6B-21CF-1121-2FCCF5212941}"/>
          </ac:spMkLst>
        </pc:spChg>
        <pc:spChg chg="mod">
          <ac:chgData name="Tim Haxton" userId="d4e3a40a62c7347c" providerId="LiveId" clId="{6E872CBA-2453-46B1-ABF3-AC8671F577A3}" dt="2025-02-14T22:13:16.997" v="33" actId="255"/>
          <ac:spMkLst>
            <pc:docMk/>
            <pc:sldMk cId="1167381600" sldId="292"/>
            <ac:spMk id="5" creationId="{66B4023C-D16F-49F5-1BF1-ADC4CA627F87}"/>
          </ac:spMkLst>
        </pc:spChg>
        <pc:spChg chg="mod">
          <ac:chgData name="Tim Haxton" userId="d4e3a40a62c7347c" providerId="LiveId" clId="{6E872CBA-2453-46B1-ABF3-AC8671F577A3}" dt="2025-02-14T22:18:30.209" v="119" actId="20577"/>
          <ac:spMkLst>
            <pc:docMk/>
            <pc:sldMk cId="1167381600" sldId="292"/>
            <ac:spMk id="6" creationId="{1C91A7C2-DBCA-DA9E-7CA5-3FCA4F7ACABB}"/>
          </ac:spMkLst>
        </pc:spChg>
        <pc:spChg chg="mod">
          <ac:chgData name="Tim Haxton" userId="d4e3a40a62c7347c" providerId="LiveId" clId="{6E872CBA-2453-46B1-ABF3-AC8671F577A3}" dt="2025-02-14T22:13:32.476" v="35" actId="255"/>
          <ac:spMkLst>
            <pc:docMk/>
            <pc:sldMk cId="1167381600" sldId="292"/>
            <ac:spMk id="7" creationId="{3DCE4764-7AAE-C87C-EC69-DCFE2BB61E3C}"/>
          </ac:spMkLst>
        </pc:spChg>
        <pc:spChg chg="mod">
          <ac:chgData name="Tim Haxton" userId="d4e3a40a62c7347c" providerId="LiveId" clId="{6E872CBA-2453-46B1-ABF3-AC8671F577A3}" dt="2025-02-14T22:18:40.416" v="137" actId="20577"/>
          <ac:spMkLst>
            <pc:docMk/>
            <pc:sldMk cId="1167381600" sldId="292"/>
            <ac:spMk id="8" creationId="{542BAB27-AE15-C5AC-9F2A-AEF2D2F16981}"/>
          </ac:spMkLst>
        </pc:spChg>
      </pc:sldChg>
      <pc:sldChg chg="addSp modSp mod">
        <pc:chgData name="Tim Haxton" userId="d4e3a40a62c7347c" providerId="LiveId" clId="{6E872CBA-2453-46B1-ABF3-AC8671F577A3}" dt="2025-02-16T20:30:03.971" v="152" actId="207"/>
        <pc:sldMkLst>
          <pc:docMk/>
          <pc:sldMk cId="3463904645" sldId="295"/>
        </pc:sldMkLst>
        <pc:spChg chg="add mod">
          <ac:chgData name="Tim Haxton" userId="d4e3a40a62c7347c" providerId="LiveId" clId="{6E872CBA-2453-46B1-ABF3-AC8671F577A3}" dt="2025-02-16T20:29:22.781" v="150" actId="14100"/>
          <ac:spMkLst>
            <pc:docMk/>
            <pc:sldMk cId="3463904645" sldId="295"/>
            <ac:spMk id="4" creationId="{8B8761B6-437B-EB42-569A-41B17EC42038}"/>
          </ac:spMkLst>
        </pc:spChg>
        <pc:spChg chg="add mod">
          <ac:chgData name="Tim Haxton" userId="d4e3a40a62c7347c" providerId="LiveId" clId="{6E872CBA-2453-46B1-ABF3-AC8671F577A3}" dt="2025-02-16T20:30:03.971" v="152" actId="207"/>
          <ac:spMkLst>
            <pc:docMk/>
            <pc:sldMk cId="3463904645" sldId="295"/>
            <ac:spMk id="5" creationId="{F5C92BD9-B905-D6F5-BB0F-E29A6FEF6B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D2EB5F65-1B77-4BE4-A6CE-8F5A71791CC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59" y="0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431263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D2EB5F65-1B77-4BE4-A6CE-8F5A71791CC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9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8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81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5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4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0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3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0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6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88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5064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53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6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08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48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9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B5F65-1B77-4BE4-A6CE-8F5A71791CC6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640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kereg.com/hhh-2025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slide" Target="slide29.xml"/><Relationship Id="rId5" Type="http://schemas.openxmlformats.org/officeDocument/2006/relationships/slide" Target="slide24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25.xml"/><Relationship Id="rId1" Type="http://schemas.openxmlformats.org/officeDocument/2006/relationships/slideLayout" Target="../slideLayouts/slideLayout6.xml"/><Relationship Id="rId5" Type="http://schemas.openxmlformats.org/officeDocument/2006/relationships/slide" Target="slide26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6.xml"/><Relationship Id="rId1" Type="http://schemas.openxmlformats.org/officeDocument/2006/relationships/control" Target="../activeX/activeX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jpeg"/><Relationship Id="rId5" Type="http://schemas.openxmlformats.org/officeDocument/2006/relationships/slide" Target="slide24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b="1"/>
              <a:t>HHH – THE RIDE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7" y="3441123"/>
            <a:ext cx="6593681" cy="1655762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a Kings of code software package </a:t>
            </a:r>
          </a:p>
          <a:p>
            <a:r>
              <a:rPr lang="en-US" b="1">
                <a:solidFill>
                  <a:schemeClr val="tx1"/>
                </a:solidFill>
              </a:rPr>
              <a:t>Tim </a:t>
            </a:r>
            <a:r>
              <a:rPr lang="en-US" b="1" err="1">
                <a:solidFill>
                  <a:schemeClr val="tx1"/>
                </a:solidFill>
              </a:rPr>
              <a:t>Haxton</a:t>
            </a:r>
            <a:r>
              <a:rPr lang="en-US" b="1">
                <a:solidFill>
                  <a:schemeClr val="tx1"/>
                </a:solidFill>
              </a:rPr>
              <a:t> (Lead), Cooper wolf, Jon scales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40486-F1A1-EACD-3D74-E0483FD8C7E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1785" y="5028045"/>
            <a:ext cx="1249455" cy="124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7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77" y="388094"/>
            <a:ext cx="7429500" cy="1051599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Project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9651" y="1939806"/>
            <a:ext cx="8424153" cy="1374776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2400" b="1"/>
              <a:t>Generate app </a:t>
            </a:r>
          </a:p>
          <a:p>
            <a:pPr algn="ctr"/>
            <a:r>
              <a:rPr lang="en-US" sz="2400" b="1"/>
              <a:t>for the</a:t>
            </a:r>
          </a:p>
          <a:p>
            <a:pPr algn="ctr"/>
            <a:r>
              <a:rPr lang="en-US" sz="2400" b="1"/>
              <a:t> </a:t>
            </a:r>
            <a:r>
              <a:rPr lang="en-US" sz="2400" b="1" err="1"/>
              <a:t>Hotter’n</a:t>
            </a:r>
            <a:r>
              <a:rPr lang="en-US" sz="2400" b="1"/>
              <a:t> hell hundred biking event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9227" y="3493683"/>
            <a:ext cx="2056339" cy="271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80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Impetus for HHH app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Why do we want to do this</a:t>
            </a:r>
          </a:p>
        </p:txBody>
      </p:sp>
    </p:spTree>
    <p:extLst>
      <p:ext uri="{BB962C8B-B14F-4D97-AF65-F5344CB8AC3E}">
        <p14:creationId xmlns:p14="http://schemas.microsoft.com/office/powerpoint/2010/main" val="2714179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Hotter’n</a:t>
            </a:r>
            <a:r>
              <a:rPr lang="en-US"/>
              <a:t> Hell Hundred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2773" y="1658143"/>
            <a:ext cx="6640498" cy="354171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Largest single day bike ride event in world</a:t>
            </a:r>
          </a:p>
          <a:p>
            <a:r>
              <a:rPr lang="en-US"/>
              <a:t>Multiple additional cycling events</a:t>
            </a:r>
          </a:p>
          <a:p>
            <a:r>
              <a:rPr lang="en-US"/>
              <a:t>USAC sanctioned races </a:t>
            </a:r>
          </a:p>
          <a:p>
            <a:r>
              <a:rPr lang="en-US"/>
              <a:t>~10000 participants</a:t>
            </a:r>
          </a:p>
          <a:p>
            <a:r>
              <a:rPr lang="en-US"/>
              <a:t>~2500 non-riding accompanying guests</a:t>
            </a:r>
          </a:p>
          <a:p>
            <a:r>
              <a:rPr lang="en-US"/>
              <a:t>Huge $$ influx for Wichita Falls area businesses</a:t>
            </a:r>
          </a:p>
          <a:p>
            <a:r>
              <a:rPr lang="en-US"/>
              <a:t>Many sport/recreation-oriented businesses attend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2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HHH Is a volunteer led event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255" y="1645758"/>
            <a:ext cx="8522563" cy="3541714"/>
          </a:xfrm>
        </p:spPr>
        <p:txBody>
          <a:bodyPr/>
          <a:lstStyle/>
          <a:p>
            <a:r>
              <a:rPr lang="en-US"/>
              <a:t>~100 member steering committee comprised of subcommittees</a:t>
            </a:r>
          </a:p>
          <a:p>
            <a:r>
              <a:rPr lang="en-US"/>
              <a:t>Well over 1000 volunteers from Wichita Falls and local communities participate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4568" y="4020344"/>
            <a:ext cx="4954600" cy="21879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6208295"/>
            <a:ext cx="5912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Hotter’n</a:t>
            </a:r>
            <a:r>
              <a:rPr lang="en-US"/>
              <a:t> Hell Steering Committee 2024   </a:t>
            </a:r>
            <a:r>
              <a:rPr lang="en-US" sz="1600"/>
              <a:t>(image from hh100.org)</a:t>
            </a:r>
          </a:p>
        </p:txBody>
      </p:sp>
    </p:spTree>
    <p:extLst>
      <p:ext uri="{BB962C8B-B14F-4D97-AF65-F5344CB8AC3E}">
        <p14:creationId xmlns:p14="http://schemas.microsoft.com/office/powerpoint/2010/main" val="58501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36576"/>
            <a:ext cx="7429499" cy="1478570"/>
          </a:xfrm>
        </p:spPr>
        <p:txBody>
          <a:bodyPr/>
          <a:lstStyle/>
          <a:p>
            <a:r>
              <a:rPr lang="en-US"/>
              <a:t>HHH web presence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9039" y="1667244"/>
            <a:ext cx="8843538" cy="433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9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HHH mobile app</a:t>
            </a:r>
          </a:p>
        </p:txBody>
      </p:sp>
      <p:pic>
        <p:nvPicPr>
          <p:cNvPr id="5" name="Crickets-Chirping-A-www.fesliyanstudios.com">
            <a:hlinkClick r:id="" action="ppaction://media"/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5613" y="3328988"/>
            <a:ext cx="609600" cy="609600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612" y="2543221"/>
            <a:ext cx="42862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7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74A6-49CD-B92E-5060-5E1E790D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Participant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3E1D7-55CB-754F-C1C5-8172E92AD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523" y="1658143"/>
            <a:ext cx="8238477" cy="3541714"/>
          </a:xfrm>
        </p:spPr>
        <p:txBody>
          <a:bodyPr/>
          <a:lstStyle/>
          <a:p>
            <a:r>
              <a:rPr lang="en-US"/>
              <a:t>~80% of HHH participants pre-register via BikeReg.com </a:t>
            </a:r>
          </a:p>
          <a:p>
            <a:pPr lvl="1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D9DAF-567E-D886-9396-6D51833004D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9805" y="2660243"/>
            <a:ext cx="5755454" cy="306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75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42D3-4EDE-07D1-405D-D0A4B7F9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C30C-60E6-A65C-CDFF-04D19ECC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participant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8D288-BAC7-EDAF-139A-F9514F249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69" y="1681315"/>
            <a:ext cx="8238477" cy="4612953"/>
          </a:xfrm>
        </p:spPr>
        <p:txBody>
          <a:bodyPr>
            <a:normAutofit lnSpcReduction="10000"/>
          </a:bodyPr>
          <a:lstStyle/>
          <a:p>
            <a:r>
              <a:rPr lang="en-US"/>
              <a:t>~20% of participants register on-site the weekend of the events</a:t>
            </a:r>
          </a:p>
          <a:p>
            <a:r>
              <a:rPr lang="en-US"/>
              <a:t>Currently a cumbersome process using the BikeReg.com site</a:t>
            </a:r>
          </a:p>
          <a:p>
            <a:r>
              <a:rPr lang="en-US"/>
              <a:t>HHH Registration Committee needs:</a:t>
            </a:r>
          </a:p>
          <a:p>
            <a:pPr lvl="1"/>
            <a:r>
              <a:rPr lang="en-US"/>
              <a:t>Registration portal with easily accessible, user-friendly, intuitive GUI allowing rapid on-site registration by participants (users)</a:t>
            </a:r>
          </a:p>
          <a:p>
            <a:pPr lvl="1"/>
            <a:r>
              <a:rPr lang="en-US"/>
              <a:t>Intuitive GUI for on-site registration volunteers (admin) to take participant payment and assign rider numbers</a:t>
            </a:r>
          </a:p>
          <a:p>
            <a:pPr lvl="1"/>
            <a:r>
              <a:rPr lang="en-US"/>
              <a:t>Seamless integration of pre-existing BikeReg.com participant database into on-site registrant database </a:t>
            </a:r>
          </a:p>
          <a:p>
            <a:pPr lvl="1"/>
            <a:r>
              <a:rPr lang="en-US"/>
              <a:t>Intuitive interface to allow HHH admin to access participant information in cases of medical or safety emergencies. 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48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Similar Software :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E54965-9F04-73EE-927A-970BB0A19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59" y="1654683"/>
            <a:ext cx="8069802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Registration only systems</a:t>
            </a:r>
          </a:p>
          <a:p>
            <a:pPr lvl="1"/>
            <a:r>
              <a:rPr lang="en-US"/>
              <a:t>BikeReg.com (currently used)</a:t>
            </a:r>
          </a:p>
          <a:p>
            <a:pPr lvl="1"/>
            <a:r>
              <a:rPr lang="en-US"/>
              <a:t>Active.com </a:t>
            </a:r>
          </a:p>
          <a:p>
            <a:r>
              <a:rPr lang="en-US"/>
              <a:t>Apps supporting event registration + additional event functions</a:t>
            </a:r>
          </a:p>
          <a:p>
            <a:pPr lvl="1"/>
            <a:r>
              <a:rPr lang="en-US" err="1"/>
              <a:t>SpotMe</a:t>
            </a:r>
            <a:endParaRPr lang="en-US"/>
          </a:p>
          <a:p>
            <a:pPr lvl="1"/>
            <a:r>
              <a:rPr lang="en-US"/>
              <a:t>Gravel Royale 2025</a:t>
            </a:r>
          </a:p>
        </p:txBody>
      </p:sp>
    </p:spTree>
    <p:extLst>
      <p:ext uri="{BB962C8B-B14F-4D97-AF65-F5344CB8AC3E}">
        <p14:creationId xmlns:p14="http://schemas.microsoft.com/office/powerpoint/2010/main" val="4191055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-1"/>
            <a:ext cx="7886700" cy="892885"/>
          </a:xfrm>
        </p:spPr>
        <p:txBody>
          <a:bodyPr>
            <a:normAutofit/>
          </a:bodyPr>
          <a:lstStyle/>
          <a:p>
            <a:r>
              <a:rPr lang="en-US"/>
              <a:t>Similar Software : Bikereg.com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9518A2-B1E6-68B6-9DE2-2CBBDFF2809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621" y="1484145"/>
            <a:ext cx="7927939" cy="4217408"/>
          </a:xfrm>
          <a:prstGeom prst="rect">
            <a:avLst/>
          </a:prstGeom>
        </p:spPr>
      </p:pic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C383904C-B3E9-F2AC-5AFD-C73820AA1FF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620" y="1484144"/>
            <a:ext cx="7984511" cy="4217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1544A0-D686-B808-1610-534494CFC98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619" y="1484142"/>
            <a:ext cx="7984510" cy="421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1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692D-92BD-303E-4365-7F8A12CAC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 SOFTWARE: Active.com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BF081-52DB-E11B-CEC5-FCD74B1C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C6BD81-F60B-C9FE-54D6-A606DBBF50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6058" y="1463068"/>
            <a:ext cx="7429499" cy="3916362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E28A03B-2973-D68F-2820-AB3FC50064A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6059" y="1463069"/>
            <a:ext cx="7429498" cy="3916361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E8851B3-A95B-9181-58C2-9A94B43256E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6055" y="1494071"/>
            <a:ext cx="7429502" cy="391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8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9A9A-7F3F-F74C-0153-20F749625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0"/>
            <a:ext cx="7429499" cy="872931"/>
          </a:xfrm>
        </p:spPr>
        <p:txBody>
          <a:bodyPr/>
          <a:lstStyle/>
          <a:p>
            <a:r>
              <a:rPr lang="en-US"/>
              <a:t>Similar software: </a:t>
            </a:r>
            <a:r>
              <a:rPr lang="en-US" err="1"/>
              <a:t>spotme</a:t>
            </a:r>
            <a:r>
              <a:rPr lang="en-US"/>
              <a:t>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A277B-0506-7640-7086-E792333DE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A02679-477D-2844-28F9-2CBFCB25C09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045" y="872931"/>
            <a:ext cx="8259528" cy="559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86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B491-18A6-DA2A-ED4F-7524473FF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968" y="247116"/>
            <a:ext cx="7429499" cy="757521"/>
          </a:xfrm>
        </p:spPr>
        <p:txBody>
          <a:bodyPr/>
          <a:lstStyle/>
          <a:p>
            <a:r>
              <a:rPr lang="en-US"/>
              <a:t>Similar software: </a:t>
            </a:r>
            <a:r>
              <a:rPr lang="en-US" err="1"/>
              <a:t>spotme</a:t>
            </a:r>
            <a:r>
              <a:rPr lang="en-US"/>
              <a:t>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F4C48-BC82-F01D-9E21-64DCE05B5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1D2425-CA05-8CC3-CF89-AB8BCAEEC02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3994" y="1293920"/>
            <a:ext cx="7687473" cy="493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50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B73E-1E66-6DE2-DB3C-BD987AF1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W Cen MT"/>
              </a:rPr>
              <a:t>SIMILAR SOFTWARE: transRockies gravel Royale 2025</a:t>
            </a:r>
            <a:endParaRPr lang="en-US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795C95DE-AEA9-BD8E-FDB5-217AFAF6A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3" r="-560" b="265"/>
          <a:stretch/>
        </p:blipFill>
        <p:spPr>
          <a:xfrm>
            <a:off x="108265" y="2276058"/>
            <a:ext cx="3134802" cy="4486884"/>
          </a:xfrm>
          <a:prstGeom prst="rect">
            <a:avLst/>
          </a:prstGeom>
        </p:spPr>
      </p:pic>
      <p:pic>
        <p:nvPicPr>
          <p:cNvPr id="4" name="Picture 3" descr="A screenshot of a contact form&#10;&#10;AI-generated content may be incorrect.">
            <a:extLst>
              <a:ext uri="{FF2B5EF4-FFF2-40B4-BE49-F238E27FC236}">
                <a16:creationId xmlns:a16="http://schemas.microsoft.com/office/drawing/2014/main" id="{264C07CF-DB3D-FADB-F6CF-A927A6F305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7" r="-330" b="-240"/>
          <a:stretch/>
        </p:blipFill>
        <p:spPr>
          <a:xfrm>
            <a:off x="3352728" y="2280620"/>
            <a:ext cx="2656690" cy="4479783"/>
          </a:xfrm>
          <a:prstGeom prst="rect">
            <a:avLst/>
          </a:prstGeom>
        </p:spPr>
      </p:pic>
      <p:pic>
        <p:nvPicPr>
          <p:cNvPr id="5" name="Picture 4" descr="A screenshot of a contact form&#10;&#10;AI-generated content may be incorrect.">
            <a:extLst>
              <a:ext uri="{FF2B5EF4-FFF2-40B4-BE49-F238E27FC236}">
                <a16:creationId xmlns:a16="http://schemas.microsoft.com/office/drawing/2014/main" id="{8ADA19F1-2EFD-7BA9-58B6-6E87F494B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491" y="2282983"/>
            <a:ext cx="2819400" cy="449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640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2D40-0689-624E-A5EA-F015CFF6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W Cen MT"/>
              </a:rPr>
              <a:t>SIMILAR SOFTWARE: transRockies gravel Royale 2025</a:t>
            </a:r>
            <a:endParaRPr lang="en-US">
              <a:solidFill>
                <a:srgbClr val="000000"/>
              </a:solidFill>
              <a:latin typeface="TW Cen MT"/>
            </a:endParaRPr>
          </a:p>
          <a:p>
            <a:endParaRPr lang="en-US"/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87771D4E-28EA-04EB-8C39-955892433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2" y="2091028"/>
            <a:ext cx="2990996" cy="4691462"/>
          </a:xfrm>
          <a:prstGeom prst="rect">
            <a:avLst/>
          </a:prstGeom>
        </p:spPr>
      </p:pic>
      <p:pic>
        <p:nvPicPr>
          <p:cNvPr id="4" name="Picture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60638FC7-0885-F335-1AAA-1F7EC16AA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693" y="2087829"/>
            <a:ext cx="3009973" cy="4680410"/>
          </a:xfrm>
          <a:prstGeom prst="rect">
            <a:avLst/>
          </a:prstGeom>
        </p:spPr>
      </p:pic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966EF005-D530-D296-112E-DCA2428C5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683" y="2091028"/>
            <a:ext cx="2709099" cy="469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6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56060" y="-167093"/>
            <a:ext cx="7429499" cy="1478570"/>
          </a:xfrm>
        </p:spPr>
        <p:txBody>
          <a:bodyPr/>
          <a:lstStyle/>
          <a:p>
            <a:r>
              <a:rPr lang="en-US"/>
              <a:t>Desired program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27EEF1-A4C8-C8F9-70D4-B2F1CC718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029" y="1193419"/>
            <a:ext cx="7680852" cy="443502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Streamlined data entry for on site participant registration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Database of participant information accessible by HHH admin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Seamless integration of </a:t>
            </a:r>
            <a:r>
              <a:rPr lang="en-US" err="1"/>
              <a:t>BikeReg</a:t>
            </a:r>
            <a:r>
              <a:rPr lang="en-US"/>
              <a:t> participant database with THE RIDE APP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At-A-Glance HHH weekend event information for app users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98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FDB7-EFE0-468B-7496-F66BD026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F89EB31-F5E8-9DF8-4B7B-A589D136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165894"/>
          </a:xfrm>
        </p:spPr>
        <p:txBody>
          <a:bodyPr>
            <a:normAutofit/>
          </a:bodyPr>
          <a:lstStyle/>
          <a:p>
            <a:r>
              <a:rPr lang="en-US"/>
              <a:t>requirements: All USERS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39C90B-AEB0-104C-2039-253B1E835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92" y="1370598"/>
            <a:ext cx="7429499" cy="4479786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The application shall provide pages for the HHH weekend events schedule &amp; planner 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The application shall provide pages for the HHH tradeshow vender list &amp; map 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The application shall provide pages for the HHH routes map &amp; tracker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The application shall provide local information guide links to participants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The application shall provide links to HHH social media to participants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32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9D5C-862B-0708-923C-92C5332C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41527B-FA41-6C8B-E86B-4F4C1789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165894"/>
          </a:xfrm>
        </p:spPr>
        <p:txBody>
          <a:bodyPr>
            <a:normAutofit/>
          </a:bodyPr>
          <a:lstStyle/>
          <a:p>
            <a:r>
              <a:rPr lang="en-US"/>
              <a:t>requirements: participant side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1C78A2-9F7D-AD91-5AE6-29F8F1BEA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92" y="1370598"/>
            <a:ext cx="7429499" cy="447978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The application shall allow participants to register for any event on the day of the event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The application shall allow participants to make a SAG assistance request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The application shall restrict participants’ access to HHH-side admin data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8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3DCB1-E704-515C-3443-69AA1D6F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122976-755D-C11D-3E4F-0AF53209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165894"/>
          </a:xfrm>
        </p:spPr>
        <p:txBody>
          <a:bodyPr>
            <a:normAutofit/>
          </a:bodyPr>
          <a:lstStyle/>
          <a:p>
            <a:r>
              <a:rPr lang="en-US"/>
              <a:t>requirements: HHH side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A67985-1256-D1C0-F330-3FE951D3C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92" y="1370598"/>
            <a:ext cx="7429499" cy="3541714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The application shall provide access to the on-site registration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The application shall provide assignment of rider numbers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The application shall provide SAG request response with rider location info 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The application shall provide HHH weekend event schedule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The application shall provide tiered levels of administrative access to HHH-side volunteers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  <a:p>
            <a:pPr marL="457200" indent="-457200">
              <a:buFont typeface="+mj-lt"/>
              <a:buAutoNum type="arabicPeriod"/>
            </a:pPr>
            <a:endParaRPr lang="en-US"/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22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CONSTRAINTS: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BF150-0725-292F-272C-2902C509A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Frontend restricted to JavaScript, Python, or Django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Backend restricted to C++, Python, or Java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Database restricted to SQL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Application must work on Apple iOS, Android OS, and Windows 11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66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181E-DA98-F449-768E-2AF2FEF86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F026933-6DA4-4847-0501-05BFE69EFB53}"/>
              </a:ext>
            </a:extLst>
          </p:cNvPr>
          <p:cNvSpPr/>
          <p:nvPr/>
        </p:nvSpPr>
        <p:spPr>
          <a:xfrm>
            <a:off x="3265756" y="667421"/>
            <a:ext cx="5619049" cy="59302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A6ED83-1D93-D0A4-8F0C-F4653CF12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145" y="-65063"/>
            <a:ext cx="7429499" cy="748643"/>
          </a:xfrm>
        </p:spPr>
        <p:txBody>
          <a:bodyPr/>
          <a:lstStyle/>
          <a:p>
            <a:r>
              <a:rPr lang="en-US"/>
              <a:t>APP GUI – home </a:t>
            </a:r>
          </a:p>
        </p:txBody>
      </p:sp>
      <p:pic>
        <p:nvPicPr>
          <p:cNvPr id="27" name="Picture 26" descr="A close-up of a circle&#10;&#10;AI-generated content may be incorrect.">
            <a:hlinkClick r:id="rId2" action="ppaction://hlinksldjump"/>
            <a:extLst>
              <a:ext uri="{FF2B5EF4-FFF2-40B4-BE49-F238E27FC236}">
                <a16:creationId xmlns:a16="http://schemas.microsoft.com/office/drawing/2014/main" id="{E73A3035-4424-3CCA-9538-7DAC9CE48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7213" y="810699"/>
            <a:ext cx="676657" cy="457201"/>
          </a:xfrm>
          <a:prstGeom prst="rect">
            <a:avLst/>
          </a:prstGeom>
        </p:spPr>
      </p:pic>
      <p:pic>
        <p:nvPicPr>
          <p:cNvPr id="29" name="Picture 28" descr="A skull of a bull with horns and text&#10;&#10;AI-generated content may be incorrect.">
            <a:extLst>
              <a:ext uri="{FF2B5EF4-FFF2-40B4-BE49-F238E27FC236}">
                <a16:creationId xmlns:a16="http://schemas.microsoft.com/office/drawing/2014/main" id="{EF25057D-5944-8932-9653-624758B43B9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3870" y="1518693"/>
            <a:ext cx="4161437" cy="346168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830827" y="1039299"/>
            <a:ext cx="1486114" cy="646331"/>
            <a:chOff x="828876" y="1039299"/>
            <a:chExt cx="1486114" cy="646331"/>
          </a:xfrm>
        </p:grpSpPr>
        <p:sp>
          <p:nvSpPr>
            <p:cNvPr id="2" name="TextBox 1"/>
            <p:cNvSpPr txBox="1"/>
            <p:nvPr/>
          </p:nvSpPr>
          <p:spPr>
            <a:xfrm>
              <a:off x="828876" y="1039299"/>
              <a:ext cx="11173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Menu icon hotspot</a:t>
              </a:r>
            </a:p>
          </p:txBody>
        </p:sp>
        <p:cxnSp>
          <p:nvCxnSpPr>
            <p:cNvPr id="5" name="Curved Connector 4"/>
            <p:cNvCxnSpPr>
              <a:stCxn id="2" idx="3"/>
              <a:endCxn id="27" idx="1"/>
            </p:cNvCxnSpPr>
            <p:nvPr/>
          </p:nvCxnSpPr>
          <p:spPr>
            <a:xfrm flipV="1">
              <a:off x="1946205" y="1039300"/>
              <a:ext cx="368785" cy="323165"/>
            </a:xfrm>
            <a:prstGeom prst="curvedConnector3">
              <a:avLst/>
            </a:prstGeom>
            <a:ln w="57150">
              <a:solidFill>
                <a:srgbClr val="FF0000"/>
              </a:solidFill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618308" y="1776362"/>
            <a:ext cx="2183933" cy="4731853"/>
            <a:chOff x="764223" y="2110902"/>
            <a:chExt cx="1625268" cy="352141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4223" y="2110902"/>
              <a:ext cx="1625268" cy="3521413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57921" y="2961653"/>
              <a:ext cx="233719" cy="3085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578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DF24C-D27F-480A-4BE5-E4FD97F6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52693B7-F90B-05B3-8327-8A72C80BBEC8}"/>
              </a:ext>
            </a:extLst>
          </p:cNvPr>
          <p:cNvSpPr/>
          <p:nvPr/>
        </p:nvSpPr>
        <p:spPr>
          <a:xfrm>
            <a:off x="2263805" y="667421"/>
            <a:ext cx="5619049" cy="59302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191753-E506-7C9A-7E8E-85543D36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145" y="-65063"/>
            <a:ext cx="7429499" cy="748643"/>
          </a:xfrm>
        </p:spPr>
        <p:txBody>
          <a:bodyPr/>
          <a:lstStyle/>
          <a:p>
            <a:r>
              <a:rPr lang="en-US"/>
              <a:t>APP GUI – MENU </a:t>
            </a:r>
          </a:p>
        </p:txBody>
      </p:sp>
      <p:pic>
        <p:nvPicPr>
          <p:cNvPr id="27" name="Picture 26" descr="A close-up of a circle&#10;&#10;AI-generated content may be incorrect.">
            <a:extLst>
              <a:ext uri="{FF2B5EF4-FFF2-40B4-BE49-F238E27FC236}">
                <a16:creationId xmlns:a16="http://schemas.microsoft.com/office/drawing/2014/main" id="{AB125617-2CAF-4312-8E69-3D2FE8531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5262" y="810699"/>
            <a:ext cx="676657" cy="457201"/>
          </a:xfrm>
          <a:prstGeom prst="rect">
            <a:avLst/>
          </a:prstGeom>
        </p:spPr>
      </p:pic>
      <p:pic>
        <p:nvPicPr>
          <p:cNvPr id="29" name="Picture 28" descr="A skull of a bull with horns and text&#10;&#10;AI-generated content may be incorrect.">
            <a:hlinkClick r:id="rId3" action="ppaction://hlinksldjump"/>
            <a:extLst>
              <a:ext uri="{FF2B5EF4-FFF2-40B4-BE49-F238E27FC236}">
                <a16:creationId xmlns:a16="http://schemas.microsoft.com/office/drawing/2014/main" id="{AE2345F9-02B5-6E0E-12FD-7B00D1E596D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6971" y="721869"/>
            <a:ext cx="1099852" cy="914910"/>
          </a:xfrm>
          <a:prstGeom prst="rect">
            <a:avLst/>
          </a:prstGeom>
        </p:spPr>
      </p:pic>
      <p:sp>
        <p:nvSpPr>
          <p:cNvPr id="3" name="TextBox 2">
            <a:hlinkClick r:id="rId5" action="ppaction://hlinksldjump"/>
            <a:extLst>
              <a:ext uri="{FF2B5EF4-FFF2-40B4-BE49-F238E27FC236}">
                <a16:creationId xmlns:a16="http://schemas.microsoft.com/office/drawing/2014/main" id="{9AC0337E-A1F4-D156-7BE0-3DF3938AD29A}"/>
              </a:ext>
            </a:extLst>
          </p:cNvPr>
          <p:cNvSpPr txBox="1"/>
          <p:nvPr/>
        </p:nvSpPr>
        <p:spPr>
          <a:xfrm>
            <a:off x="2499627" y="1756526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	ON-SITE REGISTRATION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C2561-F5D3-B213-95E8-21B5248D6513}"/>
              </a:ext>
            </a:extLst>
          </p:cNvPr>
          <p:cNvSpPr txBox="1"/>
          <p:nvPr/>
        </p:nvSpPr>
        <p:spPr>
          <a:xfrm>
            <a:off x="2499627" y="2516237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HHH EVENT SCHEDULES</a:t>
            </a:r>
          </a:p>
        </p:txBody>
      </p:sp>
      <p:sp>
        <p:nvSpPr>
          <p:cNvPr id="6" name="TextBox 5">
            <a:hlinkClick r:id="rId6" action="ppaction://hlinksldjump"/>
            <a:extLst>
              <a:ext uri="{FF2B5EF4-FFF2-40B4-BE49-F238E27FC236}">
                <a16:creationId xmlns:a16="http://schemas.microsoft.com/office/drawing/2014/main" id="{7A5F98B2-6486-3BDA-FCC7-60F8EAD06D35}"/>
              </a:ext>
            </a:extLst>
          </p:cNvPr>
          <p:cNvSpPr txBox="1"/>
          <p:nvPr/>
        </p:nvSpPr>
        <p:spPr>
          <a:xfrm>
            <a:off x="2499627" y="3275948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ROUTE MAPS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E635D-CF80-24AE-113E-A3D797760E55}"/>
              </a:ext>
            </a:extLst>
          </p:cNvPr>
          <p:cNvSpPr txBox="1"/>
          <p:nvPr/>
        </p:nvSpPr>
        <p:spPr>
          <a:xfrm>
            <a:off x="2499627" y="4035659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TRADESHOW INFO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32669F-5EAD-9FA0-6F4E-D9F74131D200}"/>
              </a:ext>
            </a:extLst>
          </p:cNvPr>
          <p:cNvSpPr txBox="1"/>
          <p:nvPr/>
        </p:nvSpPr>
        <p:spPr>
          <a:xfrm>
            <a:off x="2499627" y="5555081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SAG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2228FC-7224-35C9-92E9-7C6A20881EEE}"/>
              </a:ext>
            </a:extLst>
          </p:cNvPr>
          <p:cNvSpPr txBox="1"/>
          <p:nvPr/>
        </p:nvSpPr>
        <p:spPr>
          <a:xfrm>
            <a:off x="2499626" y="4768143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EATS &amp; DRINKS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8185" y="1636779"/>
            <a:ext cx="1117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Home icon hotspot</a:t>
            </a:r>
          </a:p>
        </p:txBody>
      </p:sp>
      <p:cxnSp>
        <p:nvCxnSpPr>
          <p:cNvPr id="15" name="Curved Connector 14"/>
          <p:cNvCxnSpPr>
            <a:stCxn id="13" idx="0"/>
          </p:cNvCxnSpPr>
          <p:nvPr/>
        </p:nvCxnSpPr>
        <p:spPr>
          <a:xfrm rot="16200000" flipV="1">
            <a:off x="7839070" y="1148998"/>
            <a:ext cx="476601" cy="498961"/>
          </a:xfrm>
          <a:prstGeom prst="curvedConnector2">
            <a:avLst/>
          </a:prstGeom>
          <a:ln w="57150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076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A654CB8-D3B0-7EFF-6B4D-1BC5808D40D5}"/>
              </a:ext>
            </a:extLst>
          </p:cNvPr>
          <p:cNvSpPr/>
          <p:nvPr/>
        </p:nvSpPr>
        <p:spPr>
          <a:xfrm>
            <a:off x="2263805" y="667421"/>
            <a:ext cx="5619049" cy="59302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61145" y="-65063"/>
            <a:ext cx="7429499" cy="748643"/>
          </a:xfrm>
        </p:spPr>
        <p:txBody>
          <a:bodyPr/>
          <a:lstStyle/>
          <a:p>
            <a:r>
              <a:rPr lang="en-US"/>
              <a:t>APP GUI – Registration sub menu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C2330-4597-2081-FE43-F057E460C736}"/>
              </a:ext>
            </a:extLst>
          </p:cNvPr>
          <p:cNvSpPr txBox="1"/>
          <p:nvPr/>
        </p:nvSpPr>
        <p:spPr>
          <a:xfrm>
            <a:off x="3176714" y="975513"/>
            <a:ext cx="2790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REGISTRATION</a:t>
            </a:r>
          </a:p>
        </p:txBody>
      </p:sp>
      <p:sp>
        <p:nvSpPr>
          <p:cNvPr id="7" name="TextBox 6">
            <a:hlinkClick r:id="rId2" action="ppaction://hlinksldjump"/>
            <a:extLst>
              <a:ext uri="{FF2B5EF4-FFF2-40B4-BE49-F238E27FC236}">
                <a16:creationId xmlns:a16="http://schemas.microsoft.com/office/drawing/2014/main" id="{9A34FB99-1A3F-D8BA-2426-390CAE337600}"/>
              </a:ext>
            </a:extLst>
          </p:cNvPr>
          <p:cNvSpPr txBox="1"/>
          <p:nvPr/>
        </p:nvSpPr>
        <p:spPr>
          <a:xfrm>
            <a:off x="2703908" y="1837292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ENDURANCE ROAD RIDE – ANY DISTANCE</a:t>
            </a:r>
          </a:p>
        </p:txBody>
      </p:sp>
      <p:pic>
        <p:nvPicPr>
          <p:cNvPr id="27" name="Picture 26" descr="A close-up of a circle&#10;&#10;AI-generated content may be incorrect.">
            <a:extLst>
              <a:ext uri="{FF2B5EF4-FFF2-40B4-BE49-F238E27FC236}">
                <a16:creationId xmlns:a16="http://schemas.microsoft.com/office/drawing/2014/main" id="{13050C41-4480-368C-3B54-AE1C88B04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5262" y="810699"/>
            <a:ext cx="676657" cy="457201"/>
          </a:xfrm>
          <a:prstGeom prst="rect">
            <a:avLst/>
          </a:prstGeom>
        </p:spPr>
      </p:pic>
      <p:pic>
        <p:nvPicPr>
          <p:cNvPr id="29" name="Picture 28" descr="A skull of a bull with horns and text&#10;&#10;AI-generated content may be incorrect.">
            <a:extLst>
              <a:ext uri="{FF2B5EF4-FFF2-40B4-BE49-F238E27FC236}">
                <a16:creationId xmlns:a16="http://schemas.microsoft.com/office/drawing/2014/main" id="{6D7769CD-A47C-E183-DEE8-BE7CBA15B67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0761" y="725687"/>
            <a:ext cx="1083992" cy="90171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C0D5098-E7F6-A3BE-653E-3A9DE9165D5F}"/>
              </a:ext>
            </a:extLst>
          </p:cNvPr>
          <p:cNvSpPr txBox="1"/>
          <p:nvPr/>
        </p:nvSpPr>
        <p:spPr>
          <a:xfrm>
            <a:off x="2703908" y="2481479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10K ROAD RIDE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4A860C-9C4C-5DD7-5BB1-B21A3992745A}"/>
              </a:ext>
            </a:extLst>
          </p:cNvPr>
          <p:cNvSpPr txBox="1"/>
          <p:nvPr/>
        </p:nvSpPr>
        <p:spPr>
          <a:xfrm>
            <a:off x="2703908" y="3125666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GRAVA DEL FUEGO – ANY DISTANCE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93304D-E503-0926-1319-206467A46D3C}"/>
              </a:ext>
            </a:extLst>
          </p:cNvPr>
          <p:cNvSpPr txBox="1"/>
          <p:nvPr/>
        </p:nvSpPr>
        <p:spPr>
          <a:xfrm>
            <a:off x="2703908" y="3769853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CHUPACABRA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4E249C-031F-2884-7901-F8D01B8D11CF}"/>
              </a:ext>
            </a:extLst>
          </p:cNvPr>
          <p:cNvSpPr txBox="1"/>
          <p:nvPr/>
        </p:nvSpPr>
        <p:spPr>
          <a:xfrm>
            <a:off x="2703908" y="4414040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ROAD RACES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DE0F39-31AC-CD70-ADE5-624945EF8291}"/>
              </a:ext>
            </a:extLst>
          </p:cNvPr>
          <p:cNvSpPr txBox="1"/>
          <p:nvPr/>
        </p:nvSpPr>
        <p:spPr>
          <a:xfrm>
            <a:off x="2703908" y="5702414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TRAIL RUNS</a:t>
            </a:r>
          </a:p>
        </p:txBody>
      </p:sp>
      <p:sp>
        <p:nvSpPr>
          <p:cNvPr id="13" name="TextBox 12">
            <a:hlinkClick r:id="rId5" action="ppaction://hlinksldjump"/>
            <a:extLst>
              <a:ext uri="{FF2B5EF4-FFF2-40B4-BE49-F238E27FC236}">
                <a16:creationId xmlns:a16="http://schemas.microsoft.com/office/drawing/2014/main" id="{0D4E249C-031F-2884-7901-F8D01B8D11CF}"/>
              </a:ext>
            </a:extLst>
          </p:cNvPr>
          <p:cNvSpPr txBox="1"/>
          <p:nvPr/>
        </p:nvSpPr>
        <p:spPr>
          <a:xfrm>
            <a:off x="2703908" y="5058227"/>
            <a:ext cx="427334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DIRT RACES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1277" y="1627405"/>
            <a:ext cx="1117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Previous page icon hotspot</a:t>
            </a:r>
          </a:p>
        </p:txBody>
      </p:sp>
      <p:cxnSp>
        <p:nvCxnSpPr>
          <p:cNvPr id="16" name="Curved Connector 15"/>
          <p:cNvCxnSpPr>
            <a:stCxn id="15" idx="0"/>
          </p:cNvCxnSpPr>
          <p:nvPr/>
        </p:nvCxnSpPr>
        <p:spPr>
          <a:xfrm rot="16200000" flipV="1">
            <a:off x="7848862" y="1066324"/>
            <a:ext cx="456973" cy="665189"/>
          </a:xfrm>
          <a:prstGeom prst="curvedConnector2">
            <a:avLst/>
          </a:prstGeom>
          <a:ln w="57150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18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06A8D-EAFC-905F-582A-6747ADE5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969606-7FB5-F0C9-7013-1964CD2F6B93}"/>
              </a:ext>
            </a:extLst>
          </p:cNvPr>
          <p:cNvSpPr/>
          <p:nvPr/>
        </p:nvSpPr>
        <p:spPr>
          <a:xfrm>
            <a:off x="2263805" y="667421"/>
            <a:ext cx="5619049" cy="59302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5C0180-D638-D940-491F-E9A50625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16811"/>
            <a:ext cx="7429499" cy="748643"/>
          </a:xfrm>
        </p:spPr>
        <p:txBody>
          <a:bodyPr>
            <a:normAutofit fontScale="90000"/>
          </a:bodyPr>
          <a:lstStyle/>
          <a:p>
            <a:r>
              <a:rPr lang="en-US"/>
              <a:t>APP GUI – Registration - Endurance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5CB65-B3FC-5F77-3507-A57F3A5E44B5}"/>
              </a:ext>
            </a:extLst>
          </p:cNvPr>
          <p:cNvSpPr txBox="1"/>
          <p:nvPr/>
        </p:nvSpPr>
        <p:spPr>
          <a:xfrm>
            <a:off x="3176714" y="975513"/>
            <a:ext cx="2790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REGISTRATION</a:t>
            </a:r>
          </a:p>
        </p:txBody>
      </p:sp>
      <p:pic>
        <p:nvPicPr>
          <p:cNvPr id="27" name="Picture 26" descr="A close-up of a circle&#10;&#10;AI-generated content may be incorrect.">
            <a:extLst>
              <a:ext uri="{FF2B5EF4-FFF2-40B4-BE49-F238E27FC236}">
                <a16:creationId xmlns:a16="http://schemas.microsoft.com/office/drawing/2014/main" id="{B0BBDFDE-3F1E-DAC5-8A08-5113260BB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5262" y="810699"/>
            <a:ext cx="676657" cy="457201"/>
          </a:xfrm>
          <a:prstGeom prst="rect">
            <a:avLst/>
          </a:prstGeom>
        </p:spPr>
      </p:pic>
      <p:pic>
        <p:nvPicPr>
          <p:cNvPr id="29" name="Picture 28" descr="A skull of a bull with horns and text&#10;&#10;AI-generated content may be incorrect.">
            <a:hlinkClick r:id="rId3" action="ppaction://hlinksldjump"/>
            <a:extLst>
              <a:ext uri="{FF2B5EF4-FFF2-40B4-BE49-F238E27FC236}">
                <a16:creationId xmlns:a16="http://schemas.microsoft.com/office/drawing/2014/main" id="{5C3C1829-14DF-C3E5-CC0D-645922F6C7A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3351" y="683581"/>
            <a:ext cx="1197799" cy="99638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F14F6A-0935-88D9-5123-FF983CEF7EAD}"/>
              </a:ext>
            </a:extLst>
          </p:cNvPr>
          <p:cNvSpPr/>
          <p:nvPr/>
        </p:nvSpPr>
        <p:spPr>
          <a:xfrm>
            <a:off x="4298139" y="1928070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8D7A8D-06EE-F613-3408-8D828AAF7D8C}"/>
              </a:ext>
            </a:extLst>
          </p:cNvPr>
          <p:cNvSpPr/>
          <p:nvPr/>
        </p:nvSpPr>
        <p:spPr>
          <a:xfrm>
            <a:off x="4298139" y="2234192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11584D-1E6D-0175-75E5-6EEE1EEC9558}"/>
              </a:ext>
            </a:extLst>
          </p:cNvPr>
          <p:cNvSpPr/>
          <p:nvPr/>
        </p:nvSpPr>
        <p:spPr>
          <a:xfrm>
            <a:off x="4298139" y="2843538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2B29CB-5354-67D6-22AB-3FBBF237E198}"/>
              </a:ext>
            </a:extLst>
          </p:cNvPr>
          <p:cNvSpPr/>
          <p:nvPr/>
        </p:nvSpPr>
        <p:spPr>
          <a:xfrm>
            <a:off x="4304749" y="3150620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2FB0B3-7938-6DC6-3064-14251E031710}"/>
              </a:ext>
            </a:extLst>
          </p:cNvPr>
          <p:cNvSpPr/>
          <p:nvPr/>
        </p:nvSpPr>
        <p:spPr>
          <a:xfrm>
            <a:off x="4298139" y="3460989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B901C3-40CB-F454-C45D-F251BC1B9AB8}"/>
              </a:ext>
            </a:extLst>
          </p:cNvPr>
          <p:cNvSpPr/>
          <p:nvPr/>
        </p:nvSpPr>
        <p:spPr>
          <a:xfrm>
            <a:off x="4304749" y="2541630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23A12E-DEA4-904D-8924-B86689393102}"/>
              </a:ext>
            </a:extLst>
          </p:cNvPr>
          <p:cNvSpPr/>
          <p:nvPr/>
        </p:nvSpPr>
        <p:spPr>
          <a:xfrm>
            <a:off x="4298139" y="3800425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F708BD-AB8D-015B-15B4-B1A454BA8D6B}"/>
              </a:ext>
            </a:extLst>
          </p:cNvPr>
          <p:cNvSpPr/>
          <p:nvPr/>
        </p:nvSpPr>
        <p:spPr>
          <a:xfrm>
            <a:off x="4304749" y="4105904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253445-8D2F-3BBE-0CF4-B65C3B923CA2}"/>
              </a:ext>
            </a:extLst>
          </p:cNvPr>
          <p:cNvSpPr/>
          <p:nvPr/>
        </p:nvSpPr>
        <p:spPr>
          <a:xfrm>
            <a:off x="4304749" y="5026511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Endurance Ride – Any Distance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BABBB3-CD8A-A30C-7135-DB82F354D86E}"/>
              </a:ext>
            </a:extLst>
          </p:cNvPr>
          <p:cNvSpPr/>
          <p:nvPr/>
        </p:nvSpPr>
        <p:spPr>
          <a:xfrm>
            <a:off x="2823358" y="1934425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First Name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C53C039-79E2-363A-FF52-8054646B54F6}"/>
              </a:ext>
            </a:extLst>
          </p:cNvPr>
          <p:cNvSpPr/>
          <p:nvPr/>
        </p:nvSpPr>
        <p:spPr>
          <a:xfrm>
            <a:off x="4304749" y="4411383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AA2ED3-1630-894D-72CA-E026F8F3838B}"/>
              </a:ext>
            </a:extLst>
          </p:cNvPr>
          <p:cNvSpPr/>
          <p:nvPr/>
        </p:nvSpPr>
        <p:spPr>
          <a:xfrm>
            <a:off x="4304749" y="4718947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C6F5889-7EA8-E758-32E3-D12197362929}"/>
              </a:ext>
            </a:extLst>
          </p:cNvPr>
          <p:cNvSpPr/>
          <p:nvPr/>
        </p:nvSpPr>
        <p:spPr>
          <a:xfrm>
            <a:off x="2823357" y="2241617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Last Name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B965A9-D4AB-36BD-1DD6-BB5249E3BBBA}"/>
              </a:ext>
            </a:extLst>
          </p:cNvPr>
          <p:cNvSpPr/>
          <p:nvPr/>
        </p:nvSpPr>
        <p:spPr>
          <a:xfrm>
            <a:off x="2823358" y="2848761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Age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B53F17B-E396-325F-1879-0B4E15A2E940}"/>
              </a:ext>
            </a:extLst>
          </p:cNvPr>
          <p:cNvSpPr/>
          <p:nvPr/>
        </p:nvSpPr>
        <p:spPr>
          <a:xfrm>
            <a:off x="2823358" y="3153561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E-mail Address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3DF6A90-2D25-F787-C5BE-05CBA117DFFA}"/>
              </a:ext>
            </a:extLst>
          </p:cNvPr>
          <p:cNvSpPr/>
          <p:nvPr/>
        </p:nvSpPr>
        <p:spPr>
          <a:xfrm>
            <a:off x="2823358" y="3460989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Phone Number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DE25EA-4EB5-D408-B35C-540C8320D68E}"/>
              </a:ext>
            </a:extLst>
          </p:cNvPr>
          <p:cNvSpPr/>
          <p:nvPr/>
        </p:nvSpPr>
        <p:spPr>
          <a:xfrm>
            <a:off x="2823358" y="2536620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Zip Code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4E7564-1229-506E-735B-58057031850C}"/>
              </a:ext>
            </a:extLst>
          </p:cNvPr>
          <p:cNvSpPr/>
          <p:nvPr/>
        </p:nvSpPr>
        <p:spPr>
          <a:xfrm>
            <a:off x="2823358" y="3804464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FName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6220CC-479B-2CB9-BABE-521E4CC4CE0A}"/>
              </a:ext>
            </a:extLst>
          </p:cNvPr>
          <p:cNvSpPr/>
          <p:nvPr/>
        </p:nvSpPr>
        <p:spPr>
          <a:xfrm>
            <a:off x="2823358" y="4119103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</a:t>
            </a:r>
            <a:r>
              <a:rPr lang="en-US" sz="1200" err="1"/>
              <a:t>LName</a:t>
            </a:r>
            <a:endParaRPr lang="en-US" sz="120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26E1600-D055-631A-AB31-EAB36684C244}"/>
              </a:ext>
            </a:extLst>
          </p:cNvPr>
          <p:cNvSpPr/>
          <p:nvPr/>
        </p:nvSpPr>
        <p:spPr>
          <a:xfrm>
            <a:off x="2823358" y="4440852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Phone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6D62202-034D-BDED-9D9A-E8735C3DDCB9}"/>
              </a:ext>
            </a:extLst>
          </p:cNvPr>
          <p:cNvSpPr/>
          <p:nvPr/>
        </p:nvSpPr>
        <p:spPr>
          <a:xfrm>
            <a:off x="2823358" y="4748280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Relation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3DFD7E3-B349-E380-501A-3E708EF7B816}"/>
              </a:ext>
            </a:extLst>
          </p:cNvPr>
          <p:cNvSpPr/>
          <p:nvPr/>
        </p:nvSpPr>
        <p:spPr>
          <a:xfrm>
            <a:off x="2823358" y="5036239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Event</a:t>
            </a:r>
          </a:p>
        </p:txBody>
      </p:sp>
      <p:sp>
        <p:nvSpPr>
          <p:cNvPr id="41" name="Rectangle: Rounded Corners 41">
            <a:extLst>
              <a:ext uri="{FF2B5EF4-FFF2-40B4-BE49-F238E27FC236}">
                <a16:creationId xmlns:a16="http://schemas.microsoft.com/office/drawing/2014/main" id="{3D4DB06E-1AA4-1F7C-184A-EC829BFC6D6B}"/>
              </a:ext>
            </a:extLst>
          </p:cNvPr>
          <p:cNvSpPr/>
          <p:nvPr/>
        </p:nvSpPr>
        <p:spPr>
          <a:xfrm>
            <a:off x="3307335" y="5554548"/>
            <a:ext cx="3687631" cy="341213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85000"/>
                  </a:schemeClr>
                </a:solidFill>
              </a:rPr>
              <a:t>SUBMIT ENTRY</a:t>
            </a:r>
          </a:p>
        </p:txBody>
      </p:sp>
    </p:spTree>
    <p:extLst>
      <p:ext uri="{BB962C8B-B14F-4D97-AF65-F5344CB8AC3E}">
        <p14:creationId xmlns:p14="http://schemas.microsoft.com/office/powerpoint/2010/main" val="535830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06A8D-EAFC-905F-582A-6747ADE5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969606-7FB5-F0C9-7013-1964CD2F6B93}"/>
              </a:ext>
            </a:extLst>
          </p:cNvPr>
          <p:cNvSpPr/>
          <p:nvPr/>
        </p:nvSpPr>
        <p:spPr>
          <a:xfrm>
            <a:off x="2263805" y="667421"/>
            <a:ext cx="5619049" cy="59302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5C0180-D638-D940-491F-E9A50625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230" y="-64879"/>
            <a:ext cx="7429499" cy="748643"/>
          </a:xfrm>
        </p:spPr>
        <p:txBody>
          <a:bodyPr>
            <a:normAutofit fontScale="90000"/>
          </a:bodyPr>
          <a:lstStyle/>
          <a:p>
            <a:r>
              <a:rPr lang="en-US"/>
              <a:t>APP GUI – Registration – Dirt races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5CB65-B3FC-5F77-3507-A57F3A5E44B5}"/>
              </a:ext>
            </a:extLst>
          </p:cNvPr>
          <p:cNvSpPr txBox="1"/>
          <p:nvPr/>
        </p:nvSpPr>
        <p:spPr>
          <a:xfrm>
            <a:off x="3176714" y="975513"/>
            <a:ext cx="2790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REGISTRATION</a:t>
            </a:r>
          </a:p>
        </p:txBody>
      </p:sp>
      <p:pic>
        <p:nvPicPr>
          <p:cNvPr id="27" name="Picture 26" descr="A close-up of a circle&#10;&#10;AI-generated content may be incorrect.">
            <a:extLst>
              <a:ext uri="{FF2B5EF4-FFF2-40B4-BE49-F238E27FC236}">
                <a16:creationId xmlns:a16="http://schemas.microsoft.com/office/drawing/2014/main" id="{B0BBDFDE-3F1E-DAC5-8A08-5113260BB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5262" y="810699"/>
            <a:ext cx="676657" cy="457201"/>
          </a:xfrm>
          <a:prstGeom prst="rect">
            <a:avLst/>
          </a:prstGeom>
        </p:spPr>
      </p:pic>
      <p:pic>
        <p:nvPicPr>
          <p:cNvPr id="29" name="Picture 28" descr="A skull of a bull with horns and text&#10;&#10;AI-generated content may be incorrect.">
            <a:extLst>
              <a:ext uri="{FF2B5EF4-FFF2-40B4-BE49-F238E27FC236}">
                <a16:creationId xmlns:a16="http://schemas.microsoft.com/office/drawing/2014/main" id="{5C3C1829-14DF-C3E5-CC0D-645922F6C7A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1236" y="683581"/>
            <a:ext cx="1179914" cy="98150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F14F6A-0935-88D9-5123-FF983CEF7EAD}"/>
              </a:ext>
            </a:extLst>
          </p:cNvPr>
          <p:cNvSpPr/>
          <p:nvPr/>
        </p:nvSpPr>
        <p:spPr>
          <a:xfrm>
            <a:off x="3889578" y="1701168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8D7A8D-06EE-F613-3408-8D828AAF7D8C}"/>
              </a:ext>
            </a:extLst>
          </p:cNvPr>
          <p:cNvSpPr/>
          <p:nvPr/>
        </p:nvSpPr>
        <p:spPr>
          <a:xfrm>
            <a:off x="3889578" y="2007290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706A7C-C5F4-A1EB-936E-6BE2B59171D8}"/>
              </a:ext>
            </a:extLst>
          </p:cNvPr>
          <p:cNvSpPr/>
          <p:nvPr/>
        </p:nvSpPr>
        <p:spPr>
          <a:xfrm>
            <a:off x="3889578" y="2314824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11584D-1E6D-0175-75E5-6EEE1EEC9558}"/>
              </a:ext>
            </a:extLst>
          </p:cNvPr>
          <p:cNvSpPr/>
          <p:nvPr/>
        </p:nvSpPr>
        <p:spPr>
          <a:xfrm>
            <a:off x="3889578" y="2616636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2B29CB-5354-67D6-22AB-3FBBF237E198}"/>
              </a:ext>
            </a:extLst>
          </p:cNvPr>
          <p:cNvSpPr/>
          <p:nvPr/>
        </p:nvSpPr>
        <p:spPr>
          <a:xfrm>
            <a:off x="3896188" y="2923718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2FB0B3-7938-6DC6-3064-14251E031710}"/>
              </a:ext>
            </a:extLst>
          </p:cNvPr>
          <p:cNvSpPr/>
          <p:nvPr/>
        </p:nvSpPr>
        <p:spPr>
          <a:xfrm>
            <a:off x="3889578" y="3234087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B901C3-40CB-F454-C45D-F251BC1B9AB8}"/>
              </a:ext>
            </a:extLst>
          </p:cNvPr>
          <p:cNvSpPr/>
          <p:nvPr/>
        </p:nvSpPr>
        <p:spPr>
          <a:xfrm>
            <a:off x="3896188" y="3540420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23A12E-DEA4-904D-8924-B86689393102}"/>
              </a:ext>
            </a:extLst>
          </p:cNvPr>
          <p:cNvSpPr/>
          <p:nvPr/>
        </p:nvSpPr>
        <p:spPr>
          <a:xfrm>
            <a:off x="3889578" y="3845899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F708BD-AB8D-015B-15B4-B1A454BA8D6B}"/>
              </a:ext>
            </a:extLst>
          </p:cNvPr>
          <p:cNvSpPr/>
          <p:nvPr/>
        </p:nvSpPr>
        <p:spPr>
          <a:xfrm>
            <a:off x="3896188" y="4151378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253445-8D2F-3BBE-0CF4-B65C3B923CA2}"/>
              </a:ext>
            </a:extLst>
          </p:cNvPr>
          <p:cNvSpPr/>
          <p:nvPr/>
        </p:nvSpPr>
        <p:spPr>
          <a:xfrm>
            <a:off x="3896188" y="5071985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Dirt Races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BABBB3-CD8A-A30C-7135-DB82F354D86E}"/>
              </a:ext>
            </a:extLst>
          </p:cNvPr>
          <p:cNvSpPr/>
          <p:nvPr/>
        </p:nvSpPr>
        <p:spPr>
          <a:xfrm>
            <a:off x="2414797" y="1707523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First Name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C53C039-79E2-363A-FF52-8054646B54F6}"/>
              </a:ext>
            </a:extLst>
          </p:cNvPr>
          <p:cNvSpPr/>
          <p:nvPr/>
        </p:nvSpPr>
        <p:spPr>
          <a:xfrm>
            <a:off x="3896188" y="4456857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AA2ED3-1630-894D-72CA-E026F8F3838B}"/>
              </a:ext>
            </a:extLst>
          </p:cNvPr>
          <p:cNvSpPr/>
          <p:nvPr/>
        </p:nvSpPr>
        <p:spPr>
          <a:xfrm>
            <a:off x="3896188" y="4764421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C6F5889-7EA8-E758-32E3-D12197362929}"/>
              </a:ext>
            </a:extLst>
          </p:cNvPr>
          <p:cNvSpPr/>
          <p:nvPr/>
        </p:nvSpPr>
        <p:spPr>
          <a:xfrm>
            <a:off x="2414796" y="2014715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Last Name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CF9A643-AA96-2DFE-75E1-983B051B6A33}"/>
              </a:ext>
            </a:extLst>
          </p:cNvPr>
          <p:cNvSpPr/>
          <p:nvPr/>
        </p:nvSpPr>
        <p:spPr>
          <a:xfrm>
            <a:off x="2414796" y="2327759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Gender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B965A9-D4AB-36BD-1DD6-BB5249E3BBBA}"/>
              </a:ext>
            </a:extLst>
          </p:cNvPr>
          <p:cNvSpPr/>
          <p:nvPr/>
        </p:nvSpPr>
        <p:spPr>
          <a:xfrm>
            <a:off x="2414797" y="2621859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Age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B53F17B-E396-325F-1879-0B4E15A2E940}"/>
              </a:ext>
            </a:extLst>
          </p:cNvPr>
          <p:cNvSpPr/>
          <p:nvPr/>
        </p:nvSpPr>
        <p:spPr>
          <a:xfrm>
            <a:off x="2414797" y="2926659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E-mail Address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3DF6A90-2D25-F787-C5BE-05CBA117DFFA}"/>
              </a:ext>
            </a:extLst>
          </p:cNvPr>
          <p:cNvSpPr/>
          <p:nvPr/>
        </p:nvSpPr>
        <p:spPr>
          <a:xfrm>
            <a:off x="2414797" y="3234087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Phone Number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DE25EA-4EB5-D408-B35C-540C8320D68E}"/>
              </a:ext>
            </a:extLst>
          </p:cNvPr>
          <p:cNvSpPr/>
          <p:nvPr/>
        </p:nvSpPr>
        <p:spPr>
          <a:xfrm>
            <a:off x="2414797" y="3535410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ZIP Code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4E7564-1229-506E-735B-58057031850C}"/>
              </a:ext>
            </a:extLst>
          </p:cNvPr>
          <p:cNvSpPr/>
          <p:nvPr/>
        </p:nvSpPr>
        <p:spPr>
          <a:xfrm>
            <a:off x="2414797" y="3840210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FName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6220CC-479B-2CB9-BABE-521E4CC4CE0A}"/>
              </a:ext>
            </a:extLst>
          </p:cNvPr>
          <p:cNvSpPr/>
          <p:nvPr/>
        </p:nvSpPr>
        <p:spPr>
          <a:xfrm>
            <a:off x="2414797" y="4154849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</a:t>
            </a:r>
            <a:r>
              <a:rPr lang="en-US" sz="1200" err="1"/>
              <a:t>LName</a:t>
            </a:r>
            <a:endParaRPr lang="en-US" sz="120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26E1600-D055-631A-AB31-EAB36684C244}"/>
              </a:ext>
            </a:extLst>
          </p:cNvPr>
          <p:cNvSpPr/>
          <p:nvPr/>
        </p:nvSpPr>
        <p:spPr>
          <a:xfrm>
            <a:off x="2414797" y="4476598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Phone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6D62202-034D-BDED-9D9A-E8735C3DDCB9}"/>
              </a:ext>
            </a:extLst>
          </p:cNvPr>
          <p:cNvSpPr/>
          <p:nvPr/>
        </p:nvSpPr>
        <p:spPr>
          <a:xfrm>
            <a:off x="2414797" y="4784026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Relation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3DFD7E3-B349-E380-501A-3E708EF7B816}"/>
              </a:ext>
            </a:extLst>
          </p:cNvPr>
          <p:cNvSpPr/>
          <p:nvPr/>
        </p:nvSpPr>
        <p:spPr>
          <a:xfrm>
            <a:off x="2414797" y="5071985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Event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D4DB06E-1AA4-1F7C-184A-EC829BFC6D6B}"/>
              </a:ext>
            </a:extLst>
          </p:cNvPr>
          <p:cNvSpPr/>
          <p:nvPr/>
        </p:nvSpPr>
        <p:spPr>
          <a:xfrm>
            <a:off x="2414794" y="5416343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Category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4A806DC-274A-F4E3-5A81-9D3E2483675B}"/>
              </a:ext>
            </a:extLst>
          </p:cNvPr>
          <p:cNvSpPr/>
          <p:nvPr/>
        </p:nvSpPr>
        <p:spPr>
          <a:xfrm>
            <a:off x="3896188" y="5396602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972676A5-3896-5B7F-03BB-97A7E5227EF6}"/>
              </a:ext>
            </a:extLst>
          </p:cNvPr>
          <p:cNvSpPr/>
          <p:nvPr/>
        </p:nvSpPr>
        <p:spPr>
          <a:xfrm rot="10800000">
            <a:off x="6507745" y="5432681"/>
            <a:ext cx="149749" cy="122871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1">
            <a:extLst>
              <a:ext uri="{FF2B5EF4-FFF2-40B4-BE49-F238E27FC236}">
                <a16:creationId xmlns:a16="http://schemas.microsoft.com/office/drawing/2014/main" id="{3D4DB06E-1AA4-1F7C-184A-EC829BFC6D6B}"/>
              </a:ext>
            </a:extLst>
          </p:cNvPr>
          <p:cNvSpPr/>
          <p:nvPr/>
        </p:nvSpPr>
        <p:spPr>
          <a:xfrm>
            <a:off x="2894988" y="5740083"/>
            <a:ext cx="3687631" cy="341213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85000"/>
                  </a:schemeClr>
                </a:solidFill>
              </a:rPr>
              <a:t>SUBMIT ENTRY</a:t>
            </a:r>
          </a:p>
        </p:txBody>
      </p:sp>
    </p:spTree>
    <p:extLst>
      <p:ext uri="{BB962C8B-B14F-4D97-AF65-F5344CB8AC3E}">
        <p14:creationId xmlns:p14="http://schemas.microsoft.com/office/powerpoint/2010/main" val="225013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06A8D-EAFC-905F-582A-6747ADE5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969606-7FB5-F0C9-7013-1964CD2F6B93}"/>
              </a:ext>
            </a:extLst>
          </p:cNvPr>
          <p:cNvSpPr/>
          <p:nvPr/>
        </p:nvSpPr>
        <p:spPr>
          <a:xfrm>
            <a:off x="2293820" y="683581"/>
            <a:ext cx="5619049" cy="59302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5C0180-D638-D940-491F-E9A50625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230" y="-64879"/>
            <a:ext cx="7429499" cy="748643"/>
          </a:xfrm>
        </p:spPr>
        <p:txBody>
          <a:bodyPr>
            <a:normAutofit fontScale="90000"/>
          </a:bodyPr>
          <a:lstStyle/>
          <a:p>
            <a:r>
              <a:rPr lang="en-US"/>
              <a:t>APP GUI – Registration – SUBMISSION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5CB65-B3FC-5F77-3507-A57F3A5E44B5}"/>
              </a:ext>
            </a:extLst>
          </p:cNvPr>
          <p:cNvSpPr txBox="1"/>
          <p:nvPr/>
        </p:nvSpPr>
        <p:spPr>
          <a:xfrm>
            <a:off x="3176714" y="975513"/>
            <a:ext cx="2790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REGISTRATION</a:t>
            </a:r>
          </a:p>
        </p:txBody>
      </p:sp>
      <p:pic>
        <p:nvPicPr>
          <p:cNvPr id="27" name="Picture 26" descr="A close-up of a circle&#10;&#10;AI-generated content may be incorrect.">
            <a:hlinkClick r:id="rId2" action="ppaction://hlinksldjump"/>
            <a:extLst>
              <a:ext uri="{FF2B5EF4-FFF2-40B4-BE49-F238E27FC236}">
                <a16:creationId xmlns:a16="http://schemas.microsoft.com/office/drawing/2014/main" id="{B0BBDFDE-3F1E-DAC5-8A08-5113260BB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5262" y="810699"/>
            <a:ext cx="676657" cy="457201"/>
          </a:xfrm>
          <a:prstGeom prst="rect">
            <a:avLst/>
          </a:prstGeom>
        </p:spPr>
      </p:pic>
      <p:pic>
        <p:nvPicPr>
          <p:cNvPr id="29" name="Picture 28" descr="A skull of a bull with horns and text&#10;&#10;AI-generated content may be incorrect.">
            <a:extLst>
              <a:ext uri="{FF2B5EF4-FFF2-40B4-BE49-F238E27FC236}">
                <a16:creationId xmlns:a16="http://schemas.microsoft.com/office/drawing/2014/main" id="{5C3C1829-14DF-C3E5-CC0D-645922F6C7A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1236" y="683581"/>
            <a:ext cx="1179914" cy="98150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F14F6A-0935-88D9-5123-FF983CEF7EAD}"/>
              </a:ext>
            </a:extLst>
          </p:cNvPr>
          <p:cNvSpPr/>
          <p:nvPr/>
        </p:nvSpPr>
        <p:spPr>
          <a:xfrm>
            <a:off x="3889578" y="1701168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bg1"/>
                </a:solidFill>
              </a:rPr>
              <a:t>tadej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8D7A8D-06EE-F613-3408-8D828AAF7D8C}"/>
              </a:ext>
            </a:extLst>
          </p:cNvPr>
          <p:cNvSpPr/>
          <p:nvPr/>
        </p:nvSpPr>
        <p:spPr>
          <a:xfrm>
            <a:off x="3889578" y="2007290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bg1"/>
                </a:solidFill>
              </a:rPr>
              <a:t>pogacar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706A7C-C5F4-A1EB-936E-6BE2B59171D8}"/>
              </a:ext>
            </a:extLst>
          </p:cNvPr>
          <p:cNvSpPr/>
          <p:nvPr/>
        </p:nvSpPr>
        <p:spPr>
          <a:xfrm>
            <a:off x="3889578" y="2314824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11584D-1E6D-0175-75E5-6EEE1EEC9558}"/>
              </a:ext>
            </a:extLst>
          </p:cNvPr>
          <p:cNvSpPr/>
          <p:nvPr/>
        </p:nvSpPr>
        <p:spPr>
          <a:xfrm>
            <a:off x="3889578" y="2616636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2B29CB-5354-67D6-22AB-3FBBF237E198}"/>
              </a:ext>
            </a:extLst>
          </p:cNvPr>
          <p:cNvSpPr/>
          <p:nvPr/>
        </p:nvSpPr>
        <p:spPr>
          <a:xfrm>
            <a:off x="3896188" y="2923718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catchme@bike.com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2FB0B3-7938-6DC6-3064-14251E031710}"/>
              </a:ext>
            </a:extLst>
          </p:cNvPr>
          <p:cNvSpPr/>
          <p:nvPr/>
        </p:nvSpPr>
        <p:spPr>
          <a:xfrm>
            <a:off x="3889578" y="3234087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386-30-445-544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B901C3-40CB-F454-C45D-F251BC1B9AB8}"/>
              </a:ext>
            </a:extLst>
          </p:cNvPr>
          <p:cNvSpPr/>
          <p:nvPr/>
        </p:nvSpPr>
        <p:spPr>
          <a:xfrm>
            <a:off x="3896188" y="3540420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bg1"/>
                </a:solidFill>
              </a:rPr>
              <a:t>slovenia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23A12E-DEA4-904D-8924-B86689393102}"/>
              </a:ext>
            </a:extLst>
          </p:cNvPr>
          <p:cNvSpPr/>
          <p:nvPr/>
        </p:nvSpPr>
        <p:spPr>
          <a:xfrm>
            <a:off x="3889578" y="3845899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bg1"/>
                </a:solidFill>
              </a:rPr>
              <a:t>ambu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F708BD-AB8D-015B-15B4-B1A454BA8D6B}"/>
              </a:ext>
            </a:extLst>
          </p:cNvPr>
          <p:cNvSpPr/>
          <p:nvPr/>
        </p:nvSpPr>
        <p:spPr>
          <a:xfrm>
            <a:off x="3896188" y="4151378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lance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253445-8D2F-3BBE-0CF4-B65C3B923CA2}"/>
              </a:ext>
            </a:extLst>
          </p:cNvPr>
          <p:cNvSpPr/>
          <p:nvPr/>
        </p:nvSpPr>
        <p:spPr>
          <a:xfrm>
            <a:off x="3896188" y="5071985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Dirt Races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BABBB3-CD8A-A30C-7135-DB82F354D86E}"/>
              </a:ext>
            </a:extLst>
          </p:cNvPr>
          <p:cNvSpPr/>
          <p:nvPr/>
        </p:nvSpPr>
        <p:spPr>
          <a:xfrm>
            <a:off x="2414797" y="1707523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First Name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C53C039-79E2-363A-FF52-8054646B54F6}"/>
              </a:ext>
            </a:extLst>
          </p:cNvPr>
          <p:cNvSpPr/>
          <p:nvPr/>
        </p:nvSpPr>
        <p:spPr>
          <a:xfrm>
            <a:off x="3896188" y="4456857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911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AA2ED3-1630-894D-72CA-E026F8F3838B}"/>
              </a:ext>
            </a:extLst>
          </p:cNvPr>
          <p:cNvSpPr/>
          <p:nvPr/>
        </p:nvSpPr>
        <p:spPr>
          <a:xfrm>
            <a:off x="3896188" y="4764421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doctor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C6F5889-7EA8-E758-32E3-D12197362929}"/>
              </a:ext>
            </a:extLst>
          </p:cNvPr>
          <p:cNvSpPr/>
          <p:nvPr/>
        </p:nvSpPr>
        <p:spPr>
          <a:xfrm>
            <a:off x="2414796" y="2014715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Last Name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CF9A643-AA96-2DFE-75E1-983B051B6A33}"/>
              </a:ext>
            </a:extLst>
          </p:cNvPr>
          <p:cNvSpPr/>
          <p:nvPr/>
        </p:nvSpPr>
        <p:spPr>
          <a:xfrm>
            <a:off x="2414796" y="2327759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Gender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B965A9-D4AB-36BD-1DD6-BB5249E3BBBA}"/>
              </a:ext>
            </a:extLst>
          </p:cNvPr>
          <p:cNvSpPr/>
          <p:nvPr/>
        </p:nvSpPr>
        <p:spPr>
          <a:xfrm>
            <a:off x="2414797" y="2621859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Age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B53F17B-E396-325F-1879-0B4E15A2E940}"/>
              </a:ext>
            </a:extLst>
          </p:cNvPr>
          <p:cNvSpPr/>
          <p:nvPr/>
        </p:nvSpPr>
        <p:spPr>
          <a:xfrm>
            <a:off x="2414797" y="2926659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E-mail Address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3DF6A90-2D25-F787-C5BE-05CBA117DFFA}"/>
              </a:ext>
            </a:extLst>
          </p:cNvPr>
          <p:cNvSpPr/>
          <p:nvPr/>
        </p:nvSpPr>
        <p:spPr>
          <a:xfrm>
            <a:off x="2414797" y="3234087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Phone Number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DE25EA-4EB5-D408-B35C-540C8320D68E}"/>
              </a:ext>
            </a:extLst>
          </p:cNvPr>
          <p:cNvSpPr/>
          <p:nvPr/>
        </p:nvSpPr>
        <p:spPr>
          <a:xfrm>
            <a:off x="2414797" y="3535410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/>
              <a:t>ZIP Code OR Country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4E7564-1229-506E-735B-58057031850C}"/>
              </a:ext>
            </a:extLst>
          </p:cNvPr>
          <p:cNvSpPr/>
          <p:nvPr/>
        </p:nvSpPr>
        <p:spPr>
          <a:xfrm>
            <a:off x="2414797" y="3840210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FName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6220CC-479B-2CB9-BABE-521E4CC4CE0A}"/>
              </a:ext>
            </a:extLst>
          </p:cNvPr>
          <p:cNvSpPr/>
          <p:nvPr/>
        </p:nvSpPr>
        <p:spPr>
          <a:xfrm>
            <a:off x="2414797" y="4154849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</a:t>
            </a:r>
            <a:r>
              <a:rPr lang="en-US" sz="1200" err="1"/>
              <a:t>LName</a:t>
            </a:r>
            <a:endParaRPr lang="en-US" sz="120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26E1600-D055-631A-AB31-EAB36684C244}"/>
              </a:ext>
            </a:extLst>
          </p:cNvPr>
          <p:cNvSpPr/>
          <p:nvPr/>
        </p:nvSpPr>
        <p:spPr>
          <a:xfrm>
            <a:off x="2414797" y="4476598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Phone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6D62202-034D-BDED-9D9A-E8735C3DDCB9}"/>
              </a:ext>
            </a:extLst>
          </p:cNvPr>
          <p:cNvSpPr/>
          <p:nvPr/>
        </p:nvSpPr>
        <p:spPr>
          <a:xfrm>
            <a:off x="2414797" y="4784026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Emer </a:t>
            </a:r>
            <a:r>
              <a:rPr lang="en-US" sz="1200" err="1"/>
              <a:t>Cont</a:t>
            </a:r>
            <a:r>
              <a:rPr lang="en-US" sz="1200"/>
              <a:t> Relation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3DFD7E3-B349-E380-501A-3E708EF7B816}"/>
              </a:ext>
            </a:extLst>
          </p:cNvPr>
          <p:cNvSpPr/>
          <p:nvPr/>
        </p:nvSpPr>
        <p:spPr>
          <a:xfrm>
            <a:off x="2414797" y="5071985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Event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D4DB06E-1AA4-1F7C-184A-EC829BFC6D6B}"/>
              </a:ext>
            </a:extLst>
          </p:cNvPr>
          <p:cNvSpPr/>
          <p:nvPr/>
        </p:nvSpPr>
        <p:spPr>
          <a:xfrm>
            <a:off x="2414794" y="5416343"/>
            <a:ext cx="1408837" cy="175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Category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4A806DC-274A-F4E3-5A81-9D3E2483675B}"/>
              </a:ext>
            </a:extLst>
          </p:cNvPr>
          <p:cNvSpPr/>
          <p:nvPr/>
        </p:nvSpPr>
        <p:spPr>
          <a:xfrm>
            <a:off x="3896188" y="5396602"/>
            <a:ext cx="2790572" cy="195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Cat 1</a:t>
            </a: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972676A5-3896-5B7F-03BB-97A7E5227EF6}"/>
              </a:ext>
            </a:extLst>
          </p:cNvPr>
          <p:cNvSpPr/>
          <p:nvPr/>
        </p:nvSpPr>
        <p:spPr>
          <a:xfrm rot="10800000">
            <a:off x="6507745" y="5432681"/>
            <a:ext cx="149749" cy="122871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1">
            <a:extLst>
              <a:ext uri="{FF2B5EF4-FFF2-40B4-BE49-F238E27FC236}">
                <a16:creationId xmlns:a16="http://schemas.microsoft.com/office/drawing/2014/main" id="{3D4DB06E-1AA4-1F7C-184A-EC829BFC6D6B}"/>
              </a:ext>
            </a:extLst>
          </p:cNvPr>
          <p:cNvSpPr/>
          <p:nvPr/>
        </p:nvSpPr>
        <p:spPr>
          <a:xfrm>
            <a:off x="2820113" y="5888898"/>
            <a:ext cx="3687631" cy="3412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SUBMIT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216" y="5597839"/>
            <a:ext cx="1208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Submit now active hotspot</a:t>
            </a:r>
          </a:p>
        </p:txBody>
      </p:sp>
      <p:cxnSp>
        <p:nvCxnSpPr>
          <p:cNvPr id="44" name="Curved Connector 43"/>
          <p:cNvCxnSpPr>
            <a:stCxn id="19" idx="3"/>
            <a:endCxn id="41" idx="1"/>
          </p:cNvCxnSpPr>
          <p:nvPr/>
        </p:nvCxnSpPr>
        <p:spPr>
          <a:xfrm>
            <a:off x="2293820" y="6059504"/>
            <a:ext cx="526293" cy="1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496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2250544" y="667421"/>
            <a:ext cx="5619049" cy="5930284"/>
            <a:chOff x="2250544" y="667421"/>
            <a:chExt cx="5619049" cy="593028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22765D-323E-C4A2-98BC-6A263A070418}"/>
                </a:ext>
              </a:extLst>
            </p:cNvPr>
            <p:cNvSpPr/>
            <p:nvPr/>
          </p:nvSpPr>
          <p:spPr>
            <a:xfrm>
              <a:off x="2250544" y="667421"/>
              <a:ext cx="5619049" cy="593028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close-up of a circle&#10;&#10;AI-generated content may be incorrect.">
              <a:extLst>
                <a:ext uri="{FF2B5EF4-FFF2-40B4-BE49-F238E27FC236}">
                  <a16:creationId xmlns:a16="http://schemas.microsoft.com/office/drawing/2014/main" id="{9FC9CC5D-3A4B-8E44-8F82-2C88E9425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05262" y="810699"/>
              <a:ext cx="676657" cy="457201"/>
            </a:xfrm>
            <a:prstGeom prst="rect">
              <a:avLst/>
            </a:prstGeom>
          </p:spPr>
        </p:pic>
        <p:pic>
          <p:nvPicPr>
            <p:cNvPr id="6" name="Picture 5" descr="A skull of a bull with horns and text&#10;&#10;AI-generated content may be incorrect.">
              <a:extLst>
                <a:ext uri="{FF2B5EF4-FFF2-40B4-BE49-F238E27FC236}">
                  <a16:creationId xmlns:a16="http://schemas.microsoft.com/office/drawing/2014/main" id="{529ABEDF-13E8-5CA7-DF03-E6BAC245B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08574" y="667421"/>
              <a:ext cx="1291998" cy="107474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FC54AA-D7FD-790B-8860-3EB9D5D9A830}"/>
                </a:ext>
              </a:extLst>
            </p:cNvPr>
            <p:cNvSpPr txBox="1"/>
            <p:nvPr/>
          </p:nvSpPr>
          <p:spPr>
            <a:xfrm>
              <a:off x="2981919" y="943682"/>
              <a:ext cx="3928896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>
                  <a:solidFill>
                    <a:schemeClr val="bg1"/>
                  </a:solidFill>
                </a:rPr>
                <a:t>RELEASE FORM</a:t>
              </a:r>
            </a:p>
            <a:p>
              <a:r>
                <a:rPr lang="en-US" sz="3200" b="1">
                  <a:solidFill>
                    <a:schemeClr val="bg1"/>
                  </a:solidFill>
                </a:rPr>
                <a:t>WAIVER OF LIABILIBY</a:t>
              </a:r>
            </a:p>
            <a:p>
              <a:endParaRPr lang="en-US" sz="2000" b="1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166" y="58730"/>
            <a:ext cx="7429499" cy="691681"/>
          </a:xfrm>
        </p:spPr>
        <p:txBody>
          <a:bodyPr/>
          <a:lstStyle/>
          <a:p>
            <a:r>
              <a:rPr lang="en-US"/>
              <a:t>APP GUI - waiver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32185" y="4883727"/>
            <a:ext cx="4622388" cy="17139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84655" y="4898457"/>
            <a:ext cx="4123423" cy="131899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84102" y="6612435"/>
            <a:ext cx="4721050" cy="238150"/>
          </a:xfrm>
          <a:prstGeom prst="rect">
            <a:avLst/>
          </a:prstGeom>
          <a:solidFill>
            <a:srgbClr val="031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13231" y="2281473"/>
            <a:ext cx="4123423" cy="893806"/>
          </a:xfrm>
          <a:prstGeom prst="rect">
            <a:avLst/>
          </a:prstGeom>
        </p:spPr>
      </p:pic>
    </p:spTree>
    <p:controls>
      <mc:AlternateContent xmlns:mc="http://schemas.openxmlformats.org/markup-compatibility/2006">
        <mc:Choice xmlns:v="urn:schemas-microsoft-com:vml" Requires="v">
          <p:control name="TextBox1" r:id="rId1" imgW="4619520" imgH="1971720"/>
        </mc:Choice>
        <mc:Fallback>
          <p:control name="TextBox1" r:id="rId1" imgW="4619520" imgH="1971720">
            <p:pic>
              <p:nvPicPr>
                <p:cNvPr id="13" name="TextBox1"/>
                <p:cNvPicPr>
                  <a:picLocks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48668" y="2867984"/>
                  <a:ext cx="4622800" cy="196850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503122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322B1-0D28-82E8-DCF2-17B1A4EB3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322765D-323E-C4A2-98BC-6A263A070418}"/>
              </a:ext>
            </a:extLst>
          </p:cNvPr>
          <p:cNvSpPr/>
          <p:nvPr/>
        </p:nvSpPr>
        <p:spPr>
          <a:xfrm>
            <a:off x="2263805" y="667421"/>
            <a:ext cx="5619049" cy="59302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D945CF-FAA9-72D6-0F95-E02B71590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145" y="-65063"/>
            <a:ext cx="7429499" cy="748643"/>
          </a:xfrm>
        </p:spPr>
        <p:txBody>
          <a:bodyPr/>
          <a:lstStyle/>
          <a:p>
            <a:r>
              <a:rPr lang="en-US"/>
              <a:t>APP GUI – route maps home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C54AA-D7FD-790B-8860-3EB9D5D9A830}"/>
              </a:ext>
            </a:extLst>
          </p:cNvPr>
          <p:cNvSpPr txBox="1"/>
          <p:nvPr/>
        </p:nvSpPr>
        <p:spPr>
          <a:xfrm>
            <a:off x="3176714" y="975513"/>
            <a:ext cx="2497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ROUTE MAPS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B8A95-B918-F13D-E65C-781BA7E337BA}"/>
              </a:ext>
            </a:extLst>
          </p:cNvPr>
          <p:cNvSpPr txBox="1"/>
          <p:nvPr/>
        </p:nvSpPr>
        <p:spPr>
          <a:xfrm>
            <a:off x="2773156" y="2467002"/>
            <a:ext cx="3819680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100 MILE</a:t>
            </a:r>
          </a:p>
        </p:txBody>
      </p:sp>
      <p:pic>
        <p:nvPicPr>
          <p:cNvPr id="27" name="Picture 26" descr="A close-up of a circle&#10;&#10;AI-generated content may be incorrect.">
            <a:extLst>
              <a:ext uri="{FF2B5EF4-FFF2-40B4-BE49-F238E27FC236}">
                <a16:creationId xmlns:a16="http://schemas.microsoft.com/office/drawing/2014/main" id="{9FC9CC5D-3A4B-8E44-8F82-2C88E9425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5262" y="810699"/>
            <a:ext cx="676657" cy="457201"/>
          </a:xfrm>
          <a:prstGeom prst="rect">
            <a:avLst/>
          </a:prstGeom>
        </p:spPr>
      </p:pic>
      <p:pic>
        <p:nvPicPr>
          <p:cNvPr id="29" name="Picture 28" descr="A skull of a bull with horns and text&#10;&#10;AI-generated content may be incorrect.">
            <a:extLst>
              <a:ext uri="{FF2B5EF4-FFF2-40B4-BE49-F238E27FC236}">
                <a16:creationId xmlns:a16="http://schemas.microsoft.com/office/drawing/2014/main" id="{529ABEDF-13E8-5CA7-DF03-E6BAC245B24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6273" y="683580"/>
            <a:ext cx="1404877" cy="116864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45459C5-DD47-61E5-D3C4-AE2C95201888}"/>
              </a:ext>
            </a:extLst>
          </p:cNvPr>
          <p:cNvSpPr txBox="1"/>
          <p:nvPr/>
        </p:nvSpPr>
        <p:spPr>
          <a:xfrm>
            <a:off x="2773156" y="3134500"/>
            <a:ext cx="3819680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100 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E116F5-40D0-483B-FA8A-62A870AEABD0}"/>
              </a:ext>
            </a:extLst>
          </p:cNvPr>
          <p:cNvSpPr txBox="1"/>
          <p:nvPr/>
        </p:nvSpPr>
        <p:spPr>
          <a:xfrm>
            <a:off x="2769366" y="3801998"/>
            <a:ext cx="3829460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50 MILE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BF48F5-26E8-B8A3-F4B8-7356A9E7F5B4}"/>
              </a:ext>
            </a:extLst>
          </p:cNvPr>
          <p:cNvSpPr txBox="1"/>
          <p:nvPr/>
        </p:nvSpPr>
        <p:spPr>
          <a:xfrm>
            <a:off x="2769367" y="5136994"/>
            <a:ext cx="382945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10 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E4B9EB-43D0-C0D3-0027-B947B305B87F}"/>
              </a:ext>
            </a:extLst>
          </p:cNvPr>
          <p:cNvSpPr txBox="1"/>
          <p:nvPr/>
        </p:nvSpPr>
        <p:spPr>
          <a:xfrm>
            <a:off x="2769367" y="4469496"/>
            <a:ext cx="382945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25 MILE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22CBEA-C79B-1CC9-6830-7E73E27376A9}"/>
              </a:ext>
            </a:extLst>
          </p:cNvPr>
          <p:cNvSpPr txBox="1"/>
          <p:nvPr/>
        </p:nvSpPr>
        <p:spPr>
          <a:xfrm>
            <a:off x="2773157" y="1799504"/>
            <a:ext cx="381967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START LINE </a:t>
            </a:r>
          </a:p>
        </p:txBody>
      </p:sp>
      <p:sp>
        <p:nvSpPr>
          <p:cNvPr id="3" name="TextBox 2">
            <a:hlinkClick r:id="rId4" action="ppaction://hlinksldjump"/>
            <a:extLst>
              <a:ext uri="{FF2B5EF4-FFF2-40B4-BE49-F238E27FC236}">
                <a16:creationId xmlns:a16="http://schemas.microsoft.com/office/drawing/2014/main" id="{09C863B0-24AD-B8C5-3DA4-2C62AEF947ED}"/>
              </a:ext>
            </a:extLst>
          </p:cNvPr>
          <p:cNvSpPr txBox="1"/>
          <p:nvPr/>
        </p:nvSpPr>
        <p:spPr>
          <a:xfrm>
            <a:off x="2769367" y="5804490"/>
            <a:ext cx="3829459" cy="553998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txBody>
          <a:bodyPr wrap="none" lIns="228600" tIns="137160" bIns="137160" rtlCol="0" anchor="ctr" anchorCtr="0">
            <a:noAutofit/>
          </a:bodyPr>
          <a:lstStyle/>
          <a:p>
            <a:pPr algn="ctr"/>
            <a:r>
              <a:rPr lang="en-US"/>
              <a:t>GRAVA DEL FUEGO</a:t>
            </a:r>
          </a:p>
        </p:txBody>
      </p:sp>
    </p:spTree>
    <p:extLst>
      <p:ext uri="{BB962C8B-B14F-4D97-AF65-F5344CB8AC3E}">
        <p14:creationId xmlns:p14="http://schemas.microsoft.com/office/powerpoint/2010/main" val="2968391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872E-453F-3DFB-6161-7900AD4B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4EA5D27-CB49-0D09-7E17-11710D7AB5B6}"/>
              </a:ext>
            </a:extLst>
          </p:cNvPr>
          <p:cNvSpPr/>
          <p:nvPr/>
        </p:nvSpPr>
        <p:spPr>
          <a:xfrm>
            <a:off x="2263805" y="667421"/>
            <a:ext cx="5619049" cy="59302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1B3630-75A1-E9A5-B06F-438B551A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145" y="-65063"/>
            <a:ext cx="7429499" cy="748643"/>
          </a:xfrm>
        </p:spPr>
        <p:txBody>
          <a:bodyPr/>
          <a:lstStyle/>
          <a:p>
            <a:r>
              <a:rPr lang="en-US"/>
              <a:t>APP GUI – route map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D60646-774B-0315-9F74-BF10F5781153}"/>
              </a:ext>
            </a:extLst>
          </p:cNvPr>
          <p:cNvSpPr txBox="1"/>
          <p:nvPr/>
        </p:nvSpPr>
        <p:spPr>
          <a:xfrm>
            <a:off x="2906622" y="1267448"/>
            <a:ext cx="3554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GRAVA DEL FUEGO</a:t>
            </a:r>
          </a:p>
        </p:txBody>
      </p:sp>
      <p:pic>
        <p:nvPicPr>
          <p:cNvPr id="27" name="Picture 26" descr="A close-up of a circle&#10;&#10;AI-generated content may be incorrect.">
            <a:extLst>
              <a:ext uri="{FF2B5EF4-FFF2-40B4-BE49-F238E27FC236}">
                <a16:creationId xmlns:a16="http://schemas.microsoft.com/office/drawing/2014/main" id="{BC84C637-5233-F08C-99FA-CF228E47E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5262" y="810699"/>
            <a:ext cx="676657" cy="457201"/>
          </a:xfrm>
          <a:prstGeom prst="rect">
            <a:avLst/>
          </a:prstGeom>
        </p:spPr>
      </p:pic>
      <p:pic>
        <p:nvPicPr>
          <p:cNvPr id="29" name="Picture 28" descr="A skull of a bull with horns and text&#10;&#10;AI-generated content may be incorrect.">
            <a:extLst>
              <a:ext uri="{FF2B5EF4-FFF2-40B4-BE49-F238E27FC236}">
                <a16:creationId xmlns:a16="http://schemas.microsoft.com/office/drawing/2014/main" id="{FFF0B0EB-534A-5F8E-CB51-98384D127EE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6273" y="683580"/>
            <a:ext cx="1404877" cy="1168643"/>
          </a:xfrm>
          <a:prstGeom prst="rect">
            <a:avLst/>
          </a:prstGeom>
        </p:spPr>
      </p:pic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3108845D-5EA4-E0E1-80F0-7FDBF32BB16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8875" y="2223488"/>
            <a:ext cx="5412275" cy="4035268"/>
          </a:xfrm>
          <a:prstGeom prst="rect">
            <a:avLst/>
          </a:prstGeom>
        </p:spPr>
      </p:pic>
      <p:sp>
        <p:nvSpPr>
          <p:cNvPr id="2" name="AutoShape 2" descr="https://powerpoint.officeapps.live.com/pods/GetClipboardImage.ashx?Id=04fc7f8c-bc10-4c23-9c24-2a840efc3b50&amp;DC=PNL1&amp;pkey=4c97936a-2d9b-41ab-8298-6b2cd4973beb&amp;wdwaccluster=PNL1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https://powerpoint.officeapps.live.com/pods/GetClipboardImage.ashx?Id=04fc7f8c-bc10-4c23-9c24-2a840efc3b50&amp;DC=PNL1&amp;pkey=4c97936a-2d9b-41ab-8298-6b2cd4973beb&amp;wdwaccluster=PNL1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27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5CBF6-EE66-9D9D-4466-2B635BB50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FAB070-1F25-827A-9934-66AC5E542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145" y="-65063"/>
            <a:ext cx="7429499" cy="748643"/>
          </a:xfrm>
        </p:spPr>
        <p:txBody>
          <a:bodyPr/>
          <a:lstStyle/>
          <a:p>
            <a:r>
              <a:rPr lang="en-US"/>
              <a:t>APP GUI – sag request </a:t>
            </a:r>
          </a:p>
        </p:txBody>
      </p:sp>
      <p:sp>
        <p:nvSpPr>
          <p:cNvPr id="2" name="AutoShape 2" descr="https://powerpoint.officeapps.live.com/pods/GetClipboardImage.ashx?Id=a8a43183-a036-428e-a749-57fe8b2503a4&amp;DC=PNL1&amp;pkey=113f13c5-105b-4585-9170-25fa5c8224be&amp;wdwaccluster=PNL1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https://powerpoint.officeapps.live.com/pods/GetClipboardImage.ashx?Id=a8a43183-a036-428e-a749-57fe8b2503a4&amp;DC=PNL1&amp;pkey=113f13c5-105b-4585-9170-25fa5c8224be&amp;wdwaccluster=PNL1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ttps://powerpoint.officeapps.live.com/pods/GetClipboardImage.ashx?Id=8c107de3-b811-494b-8356-16f82e7303ce&amp;DC=PNL1&amp;pkey=7df4eef1-bce5-4a0b-b617-c16c2e03e010&amp;wdwaccluster=PNL1"/>
          <p:cNvSpPr>
            <a:spLocks noChangeAspect="1" noChangeArrowheads="1"/>
          </p:cNvSpPr>
          <p:nvPr/>
        </p:nvSpPr>
        <p:spPr bwMode="auto">
          <a:xfrm>
            <a:off x="5238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https://powerpoint.officeapps.live.com/pods/GetClipboardImage.ashx?Id=04fc7f8c-bc10-4c23-9c24-2a840efc3b50&amp;DC=PNL1&amp;pkey=4c97936a-2d9b-41ab-8298-6b2cd4973beb&amp;wdwaccluster=PNL1"/>
          <p:cNvSpPr>
            <a:spLocks noChangeAspect="1" noChangeArrowheads="1"/>
          </p:cNvSpPr>
          <p:nvPr/>
        </p:nvSpPr>
        <p:spPr bwMode="auto">
          <a:xfrm>
            <a:off x="6762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828675" y="1374110"/>
            <a:ext cx="3429859" cy="4490910"/>
            <a:chOff x="2263805" y="667421"/>
            <a:chExt cx="5619049" cy="593028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2693B7-F90B-05B3-8327-8A72C80BBEC8}"/>
                </a:ext>
              </a:extLst>
            </p:cNvPr>
            <p:cNvSpPr/>
            <p:nvPr/>
          </p:nvSpPr>
          <p:spPr>
            <a:xfrm>
              <a:off x="2263805" y="667421"/>
              <a:ext cx="5619049" cy="593028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 descr="A close-up of a circle&#10;&#10;AI-generated content may be incorrect.">
              <a:extLst>
                <a:ext uri="{FF2B5EF4-FFF2-40B4-BE49-F238E27FC236}">
                  <a16:creationId xmlns:a16="http://schemas.microsoft.com/office/drawing/2014/main" id="{AB125617-2CAF-4312-8E69-3D2FE8531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05262" y="810699"/>
              <a:ext cx="676657" cy="457201"/>
            </a:xfrm>
            <a:prstGeom prst="rect">
              <a:avLst/>
            </a:prstGeom>
          </p:spPr>
        </p:pic>
        <p:pic>
          <p:nvPicPr>
            <p:cNvPr id="19" name="Picture 18" descr="A skull of a bull with horns and text&#10;&#10;AI-generated content may be incorrect.">
              <a:hlinkClick r:id="rId3" action="ppaction://hlinksldjump"/>
              <a:extLst>
                <a:ext uri="{FF2B5EF4-FFF2-40B4-BE49-F238E27FC236}">
                  <a16:creationId xmlns:a16="http://schemas.microsoft.com/office/drawing/2014/main" id="{AE2345F9-02B5-6E0E-12FD-7B00D1E59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36971" y="721869"/>
              <a:ext cx="1099852" cy="914910"/>
            </a:xfrm>
            <a:prstGeom prst="rect">
              <a:avLst/>
            </a:prstGeom>
          </p:spPr>
        </p:pic>
        <p:sp>
          <p:nvSpPr>
            <p:cNvPr id="20" name="TextBox 19">
              <a:hlinkClick r:id="rId5" action="ppaction://hlinksldjump"/>
              <a:extLst>
                <a:ext uri="{FF2B5EF4-FFF2-40B4-BE49-F238E27FC236}">
                  <a16:creationId xmlns:a16="http://schemas.microsoft.com/office/drawing/2014/main" id="{9AC0337E-A1F4-D156-7BE0-3DF3938AD29A}"/>
                </a:ext>
              </a:extLst>
            </p:cNvPr>
            <p:cNvSpPr txBox="1"/>
            <p:nvPr/>
          </p:nvSpPr>
          <p:spPr>
            <a:xfrm>
              <a:off x="2499627" y="1756526"/>
              <a:ext cx="4273349" cy="55399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bg1"/>
              </a:solidFill>
            </a:ln>
          </p:spPr>
          <p:txBody>
            <a:bodyPr wrap="none" lIns="228600" tIns="137160" bIns="137160" rtlCol="0" anchor="ctr" anchorCtr="0">
              <a:noAutofit/>
            </a:bodyPr>
            <a:lstStyle/>
            <a:p>
              <a:pPr algn="ctr"/>
              <a:r>
                <a:rPr lang="en-US"/>
                <a:t>	ON-SITE REGISTRATION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DCC2561-F5D3-B213-95E8-21B5248D6513}"/>
                </a:ext>
              </a:extLst>
            </p:cNvPr>
            <p:cNvSpPr txBox="1"/>
            <p:nvPr/>
          </p:nvSpPr>
          <p:spPr>
            <a:xfrm>
              <a:off x="2499627" y="2516237"/>
              <a:ext cx="4273349" cy="55399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bg1"/>
              </a:solidFill>
            </a:ln>
          </p:spPr>
          <p:txBody>
            <a:bodyPr wrap="none" lIns="228600" tIns="137160" bIns="137160" rtlCol="0" anchor="ctr" anchorCtr="0">
              <a:noAutofit/>
            </a:bodyPr>
            <a:lstStyle/>
            <a:p>
              <a:pPr algn="ctr"/>
              <a:r>
                <a:rPr lang="en-US"/>
                <a:t>HHH EVENT SCHEDULES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A5F98B2-6486-3BDA-FCC7-60F8EAD06D35}"/>
                </a:ext>
              </a:extLst>
            </p:cNvPr>
            <p:cNvSpPr txBox="1"/>
            <p:nvPr/>
          </p:nvSpPr>
          <p:spPr>
            <a:xfrm>
              <a:off x="2499627" y="3275948"/>
              <a:ext cx="4273349" cy="55399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bg1"/>
              </a:solidFill>
            </a:ln>
          </p:spPr>
          <p:txBody>
            <a:bodyPr wrap="none" lIns="228600" tIns="137160" bIns="137160" rtlCol="0" anchor="ctr" anchorCtr="0">
              <a:noAutofit/>
            </a:bodyPr>
            <a:lstStyle/>
            <a:p>
              <a:pPr algn="ctr"/>
              <a:r>
                <a:rPr lang="en-US"/>
                <a:t>ROUTE MAPS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26E635D-CF80-24AE-113E-A3D797760E55}"/>
                </a:ext>
              </a:extLst>
            </p:cNvPr>
            <p:cNvSpPr txBox="1"/>
            <p:nvPr/>
          </p:nvSpPr>
          <p:spPr>
            <a:xfrm>
              <a:off x="2499627" y="4035659"/>
              <a:ext cx="4273349" cy="55399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bg1"/>
              </a:solidFill>
            </a:ln>
          </p:spPr>
          <p:txBody>
            <a:bodyPr wrap="none" lIns="228600" tIns="137160" bIns="137160" rtlCol="0" anchor="ctr" anchorCtr="0">
              <a:noAutofit/>
            </a:bodyPr>
            <a:lstStyle/>
            <a:p>
              <a:pPr algn="ctr"/>
              <a:r>
                <a:rPr lang="en-US"/>
                <a:t>TRADESHOW INFO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32669F-5EAD-9FA0-6F4E-D9F74131D200}"/>
                </a:ext>
              </a:extLst>
            </p:cNvPr>
            <p:cNvSpPr txBox="1"/>
            <p:nvPr/>
          </p:nvSpPr>
          <p:spPr>
            <a:xfrm>
              <a:off x="2499627" y="5555081"/>
              <a:ext cx="4273349" cy="55399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bg1"/>
              </a:solidFill>
            </a:ln>
          </p:spPr>
          <p:txBody>
            <a:bodyPr wrap="none" lIns="228600" tIns="137160" bIns="137160" rtlCol="0" anchor="ctr" anchorCtr="0">
              <a:noAutofit/>
            </a:bodyPr>
            <a:lstStyle/>
            <a:p>
              <a:pPr algn="ctr"/>
              <a:r>
                <a:rPr lang="en-US"/>
                <a:t>SAG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72228FC-7224-35C9-92E9-7C6A20881EEE}"/>
                </a:ext>
              </a:extLst>
            </p:cNvPr>
            <p:cNvSpPr txBox="1"/>
            <p:nvPr/>
          </p:nvSpPr>
          <p:spPr>
            <a:xfrm>
              <a:off x="2499626" y="4768143"/>
              <a:ext cx="4273349" cy="55399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bg1"/>
              </a:solidFill>
            </a:ln>
          </p:spPr>
          <p:txBody>
            <a:bodyPr wrap="none" lIns="228600" tIns="137160" bIns="137160" rtlCol="0" anchor="ctr" anchorCtr="0">
              <a:noAutofit/>
            </a:bodyPr>
            <a:lstStyle/>
            <a:p>
              <a:pPr algn="ctr"/>
              <a:r>
                <a:rPr lang="en-US"/>
                <a:t>EATS &amp; DRINKS</a:t>
              </a: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2583" y="1353828"/>
            <a:ext cx="2091450" cy="453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3881-CD9E-DB7B-109F-27B37481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844" y="103653"/>
            <a:ext cx="7429499" cy="1478570"/>
          </a:xfrm>
        </p:spPr>
        <p:txBody>
          <a:bodyPr/>
          <a:lstStyle/>
          <a:p>
            <a:r>
              <a:rPr lang="en-US"/>
              <a:t>APP – admin side data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D0904A-4E13-8CD1-ABA7-BA133FB118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86" t="20122" r="3596" b="11585"/>
          <a:stretch/>
        </p:blipFill>
        <p:spPr>
          <a:xfrm>
            <a:off x="-1495" y="1589320"/>
            <a:ext cx="9149373" cy="37601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8761B6-437B-EB42-569A-41B17EC42038}"/>
              </a:ext>
            </a:extLst>
          </p:cNvPr>
          <p:cNvSpPr/>
          <p:nvPr/>
        </p:nvSpPr>
        <p:spPr>
          <a:xfrm>
            <a:off x="3088257" y="2398143"/>
            <a:ext cx="1966822" cy="22601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C92BD9-B905-D6F5-BB0F-E29A6FEF6B72}"/>
              </a:ext>
            </a:extLst>
          </p:cNvPr>
          <p:cNvSpPr/>
          <p:nvPr/>
        </p:nvSpPr>
        <p:spPr>
          <a:xfrm>
            <a:off x="6780362" y="2398143"/>
            <a:ext cx="2139351" cy="22601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04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554B4-A78E-C120-9F8E-50A844E46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34" y="0"/>
            <a:ext cx="8293292" cy="1478570"/>
          </a:xfrm>
        </p:spPr>
        <p:txBody>
          <a:bodyPr/>
          <a:lstStyle/>
          <a:p>
            <a:r>
              <a:rPr lang="en-US"/>
              <a:t>development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E116F-DFD1-75CF-13A8-7ED2AA465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W Cen MT"/>
              </a:rPr>
              <a:t>VS Code (Full-Stack development)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W Cen MT"/>
              </a:rPr>
              <a:t>Free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W Cen MT"/>
              </a:rPr>
              <a:t>Supports JavaScript, Python, and SQL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W Cen MT"/>
              </a:rPr>
              <a:t>Works with web, and mobile development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2170231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D71F-3A0E-8CF5-7462-3E3A2DEF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5E272-F02D-90BF-5C4A-AE0964703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937609"/>
            <a:ext cx="7429499" cy="58133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</a:pPr>
            <a:endParaRPr lang="en-US">
              <a:latin typeface="TW Cen MT"/>
            </a:endParaRPr>
          </a:p>
          <a:p>
            <a:pPr>
              <a:buFont typeface="Arial"/>
            </a:pPr>
            <a:r>
              <a:rPr lang="en-US">
                <a:latin typeface="TW Cen MT"/>
              </a:rPr>
              <a:t>Operating Systems</a:t>
            </a:r>
          </a:p>
          <a:p>
            <a:pPr lvl="1">
              <a:buFont typeface="Courier New,monospace"/>
              <a:buChar char="o"/>
            </a:pPr>
            <a:r>
              <a:rPr lang="en-US">
                <a:latin typeface="TW Cen MT"/>
              </a:rPr>
              <a:t>IOS 18+</a:t>
            </a:r>
          </a:p>
          <a:p>
            <a:pPr lvl="2">
              <a:buFont typeface="Wingdings"/>
              <a:buChar char="§"/>
            </a:pPr>
            <a:r>
              <a:rPr lang="en-US">
                <a:latin typeface="TW Cen MT"/>
              </a:rPr>
              <a:t>3GB ram</a:t>
            </a:r>
          </a:p>
          <a:p>
            <a:pPr lvl="2">
              <a:buFont typeface="Wingdings"/>
              <a:buChar char="§"/>
            </a:pPr>
            <a:r>
              <a:rPr lang="en-US">
                <a:latin typeface="TW Cen MT"/>
              </a:rPr>
              <a:t>iPhone X or newer</a:t>
            </a:r>
          </a:p>
          <a:p>
            <a:pPr lvl="1">
              <a:buFont typeface="Courier New,monospace"/>
              <a:buChar char="o"/>
            </a:pPr>
            <a:r>
              <a:rPr lang="en-US">
                <a:latin typeface="TW Cen MT"/>
              </a:rPr>
              <a:t>Android 14+</a:t>
            </a:r>
          </a:p>
          <a:p>
            <a:pPr lvl="2">
              <a:buFont typeface="Wingdings"/>
              <a:buChar char="§"/>
            </a:pPr>
            <a:r>
              <a:rPr lang="en-US">
                <a:latin typeface="TW Cen MT"/>
              </a:rPr>
              <a:t>5GB free space</a:t>
            </a:r>
          </a:p>
          <a:p>
            <a:pPr lvl="2">
              <a:buFont typeface="Wingdings"/>
              <a:buChar char="§"/>
            </a:pPr>
            <a:r>
              <a:rPr lang="en-US">
                <a:latin typeface="TW Cen MT"/>
              </a:rPr>
              <a:t>720p display</a:t>
            </a:r>
          </a:p>
          <a:p>
            <a:pPr lvl="1">
              <a:buFont typeface="Courier New,monospace"/>
              <a:buChar char="o"/>
            </a:pPr>
            <a:r>
              <a:rPr lang="en-US">
                <a:latin typeface="TW Cen MT"/>
              </a:rPr>
              <a:t>Windows 11</a:t>
            </a:r>
            <a:endParaRPr lang="en-US"/>
          </a:p>
          <a:p>
            <a:pPr lvl="2">
              <a:buFont typeface="Wingdings"/>
              <a:buChar char="§"/>
            </a:pPr>
            <a:r>
              <a:rPr lang="en-US">
                <a:latin typeface="TW Cen MT"/>
              </a:rPr>
              <a:t>&gt;1 GHz processing speed </a:t>
            </a:r>
          </a:p>
          <a:p>
            <a:pPr lvl="2">
              <a:buFont typeface="Wingdings"/>
              <a:buChar char="§"/>
            </a:pPr>
            <a:r>
              <a:rPr lang="en-US">
                <a:latin typeface="TW Cen MT"/>
              </a:rPr>
              <a:t>64 GB storage</a:t>
            </a:r>
          </a:p>
          <a:p>
            <a:pPr lvl="1" indent="0">
              <a:buNone/>
            </a:pPr>
            <a:endParaRPr lang="en-US">
              <a:latin typeface="TW Cen MT"/>
            </a:endParaRPr>
          </a:p>
          <a:p>
            <a:pPr lvl="1" indent="0">
              <a:buNone/>
            </a:pPr>
            <a:endParaRPr lang="en-US"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39313791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D5D5-04C6-3CCB-FBFC-7E18F2805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216966"/>
            <a:ext cx="7429499" cy="1294237"/>
          </a:xfrm>
        </p:spPr>
        <p:txBody>
          <a:bodyPr/>
          <a:lstStyle/>
          <a:p>
            <a:r>
              <a:rPr lang="en-US"/>
              <a:t>Software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CE9A7-B4FF-5C30-CD9D-3BC15FB33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6058" y="2911558"/>
            <a:ext cx="2397674" cy="448705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  Frontend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ACC7D-8BB0-3D99-385A-33E6FC052C1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600"/>
              <a:t>JavaScript</a:t>
            </a:r>
          </a:p>
          <a:p>
            <a:r>
              <a:rPr lang="en-US" sz="1600"/>
              <a:t>Pros: Many frameworks</a:t>
            </a:r>
          </a:p>
          <a:p>
            <a:r>
              <a:rPr lang="en-US" sz="1600"/>
              <a:t>Cons: JavaScript is more prone to code injections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BF6E8-EB0A-06B4-7781-5DBA7B197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86075" y="2905283"/>
            <a:ext cx="2388289" cy="458152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/>
              <a:t>Backend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3303B8-1494-0007-3918-F2962E4D576A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600"/>
              <a:t>Python</a:t>
            </a:r>
          </a:p>
          <a:p>
            <a:r>
              <a:rPr lang="en-US" sz="1600"/>
              <a:t>Pros: </a:t>
            </a:r>
            <a:r>
              <a:rPr lang="en-US" sz="1600">
                <a:latin typeface="Tw Cen MT" panose="020B0602020104020603"/>
              </a:rPr>
              <a:t>Cross-platform development</a:t>
            </a:r>
            <a:r>
              <a:rPr lang="en-US" sz="1600">
                <a:latin typeface="TW Cen MT"/>
              </a:rPr>
              <a:t> (windows, iOS, android)</a:t>
            </a:r>
          </a:p>
          <a:p>
            <a:r>
              <a:rPr lang="en-US" sz="1600"/>
              <a:t>Cons: </a:t>
            </a:r>
            <a:r>
              <a:rPr lang="en-US" sz="1600">
                <a:latin typeface="TW Cen MT"/>
              </a:rPr>
              <a:t>Slower due to it being an interpreted language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C555A4-81FA-DF14-6793-150005D239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9332" y="2911558"/>
            <a:ext cx="2386780" cy="448705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/>
              <a:t>Data base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D55260-E740-6742-1593-1F9B8440959E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600"/>
              <a:t>SQL</a:t>
            </a:r>
          </a:p>
          <a:p>
            <a:r>
              <a:rPr lang="en-US" sz="1600"/>
              <a:t>Pros: </a:t>
            </a:r>
            <a:r>
              <a:rPr lang="en-US" sz="1600">
                <a:latin typeface="TW Cen MT"/>
              </a:rPr>
              <a:t>Easy to learn for beginners</a:t>
            </a:r>
          </a:p>
          <a:p>
            <a:r>
              <a:rPr lang="en-US" sz="1600"/>
              <a:t>Cons: </a:t>
            </a:r>
            <a:r>
              <a:rPr lang="en-US" sz="1600">
                <a:latin typeface="TW Cen MT"/>
              </a:rPr>
              <a:t>Not good for analyzing real-time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382E1-13DE-ACF1-A4B2-780BB311946A}"/>
              </a:ext>
            </a:extLst>
          </p:cNvPr>
          <p:cNvSpPr txBox="1"/>
          <p:nvPr/>
        </p:nvSpPr>
        <p:spPr>
          <a:xfrm>
            <a:off x="1004711" y="1151593"/>
            <a:ext cx="7128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GitHub (Version Control)</a:t>
            </a:r>
          </a:p>
        </p:txBody>
      </p:sp>
    </p:spTree>
    <p:extLst>
      <p:ext uri="{BB962C8B-B14F-4D97-AF65-F5344CB8AC3E}">
        <p14:creationId xmlns:p14="http://schemas.microsoft.com/office/powerpoint/2010/main" val="1774808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9C07-D7A7-F8FC-1FF3-60A5A6E2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Iteration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1E9A2-6114-2420-726E-111CF11A9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6058" y="2910043"/>
            <a:ext cx="2397674" cy="450220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800"/>
              <a:t>Tim Haxton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1B6C2-0E6B-21CF-1121-2FCCF521294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sz="1600"/>
              <a:t>Feasibility study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/>
              <a:t>Technical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/>
              <a:t>Risk</a:t>
            </a:r>
          </a:p>
          <a:p>
            <a:pPr marL="285750" indent="-285750">
              <a:buFont typeface="Courier New" panose="020B0604020202020204" pitchFamily="34" charset="0"/>
              <a:buChar char="o"/>
            </a:pPr>
            <a:r>
              <a:rPr lang="en-US" sz="1800"/>
              <a:t>Design Model</a:t>
            </a:r>
          </a:p>
          <a:p>
            <a:pPr marL="285750" indent="-285750">
              <a:buFont typeface="Courier New" panose="020B0604020202020204" pitchFamily="34" charset="0"/>
              <a:buChar char="o"/>
            </a:pPr>
            <a:r>
              <a:rPr lang="en-US" sz="1800"/>
              <a:t>SRS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4023C-D16F-49F5-1BF1-ADC4CA627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86075" y="2904489"/>
            <a:ext cx="2388289" cy="458946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800"/>
              <a:t>Cooper wolf (Lead)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91A7C2-DBCA-DA9E-7CA5-3FCA4F7ACAB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sz="1600"/>
              <a:t>Feasibility study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/>
              <a:t>Legal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/>
              <a:t>Financial</a:t>
            </a:r>
          </a:p>
          <a:p>
            <a:pPr marL="285750" indent="-285750">
              <a:buFont typeface="Courier New" panose="020B0604020202020204" pitchFamily="34" charset="0"/>
              <a:buChar char="o"/>
            </a:pPr>
            <a:r>
              <a:rPr lang="en-US" sz="1800"/>
              <a:t>Design Model</a:t>
            </a:r>
          </a:p>
          <a:p>
            <a:pPr marL="285750" indent="-285750">
              <a:buFont typeface="Courier New" panose="020B0604020202020204" pitchFamily="34" charset="0"/>
              <a:buChar char="o"/>
            </a:pPr>
            <a:r>
              <a:rPr lang="en-US" sz="1800"/>
              <a:t>SRS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CE4764-7AAE-C87C-EC69-DCFE2BB61E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9332" y="2910043"/>
            <a:ext cx="2396226" cy="450220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800"/>
              <a:t>Jon scales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2BAB27-AE15-C5AC-9F2A-AEF2D2F16981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sz="1600"/>
              <a:t>Feasibility study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/>
              <a:t>Resource/Time</a:t>
            </a:r>
          </a:p>
          <a:p>
            <a:pPr marL="285750" indent="-285750">
              <a:buFont typeface="Courier New" panose="020B0604020202020204" pitchFamily="34" charset="0"/>
              <a:buChar char="o"/>
            </a:pPr>
            <a:r>
              <a:rPr lang="en-US" sz="1800"/>
              <a:t>Design Model</a:t>
            </a:r>
          </a:p>
          <a:p>
            <a:pPr marL="285750" indent="-285750">
              <a:buFont typeface="Courier New" panose="020B0604020202020204" pitchFamily="34" charset="0"/>
              <a:buChar char="o"/>
            </a:pPr>
            <a:r>
              <a:rPr lang="en-US" sz="1800"/>
              <a:t>SRS</a:t>
            </a:r>
          </a:p>
        </p:txBody>
      </p:sp>
    </p:spTree>
    <p:extLst>
      <p:ext uri="{BB962C8B-B14F-4D97-AF65-F5344CB8AC3E}">
        <p14:creationId xmlns:p14="http://schemas.microsoft.com/office/powerpoint/2010/main" val="11673816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Application>Microsoft Office PowerPoint</Application>
  <PresentationFormat>On-screen Show (4:3)</PresentationFormat>
  <Slides>36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Circuit</vt:lpstr>
      <vt:lpstr>HHH – THE RIDE APP</vt:lpstr>
      <vt:lpstr>Project overview</vt:lpstr>
      <vt:lpstr>Impetus for HHH app</vt:lpstr>
      <vt:lpstr>Hotter’n Hell Hundred</vt:lpstr>
      <vt:lpstr>HHH Is a volunteer led event </vt:lpstr>
      <vt:lpstr>HHH web presence</vt:lpstr>
      <vt:lpstr>HHH mobile app</vt:lpstr>
      <vt:lpstr>Participant registration</vt:lpstr>
      <vt:lpstr>participant registration</vt:lpstr>
      <vt:lpstr>Similar Software :</vt:lpstr>
      <vt:lpstr>Similar Software : Bikereg.com</vt:lpstr>
      <vt:lpstr>SIMILAR SOFTWARE: Active.com</vt:lpstr>
      <vt:lpstr>Similar software: spotme app</vt:lpstr>
      <vt:lpstr>Similar software: spotme app</vt:lpstr>
      <vt:lpstr>SIMILAR SOFTWARE: transRockies gravel Royale 2025</vt:lpstr>
      <vt:lpstr>SIMILAR SOFTWARE: transRockies gravel Royale 2025 </vt:lpstr>
      <vt:lpstr>Desired program features</vt:lpstr>
      <vt:lpstr>requirements: All USERS</vt:lpstr>
      <vt:lpstr>requirements: participant side</vt:lpstr>
      <vt:lpstr>requirements: HHH side</vt:lpstr>
      <vt:lpstr>CONSTRAINTS:</vt:lpstr>
      <vt:lpstr>APP GUI – home </vt:lpstr>
      <vt:lpstr>APP GUI – MENU </vt:lpstr>
      <vt:lpstr>APP GUI – Registration sub menu </vt:lpstr>
      <vt:lpstr>APP GUI – Registration - Endurance </vt:lpstr>
      <vt:lpstr>APP GUI – Registration – Dirt races</vt:lpstr>
      <vt:lpstr>APP GUI – Registration – SUBMISSION</vt:lpstr>
      <vt:lpstr>APP GUI - waiver</vt:lpstr>
      <vt:lpstr>APP GUI – route maps home </vt:lpstr>
      <vt:lpstr>APP GUI – route map </vt:lpstr>
      <vt:lpstr>APP GUI – sag request </vt:lpstr>
      <vt:lpstr>APP – admin side data</vt:lpstr>
      <vt:lpstr>development platform</vt:lpstr>
      <vt:lpstr>Hardware</vt:lpstr>
      <vt:lpstr>Software</vt:lpstr>
      <vt:lpstr>Iteration 2</vt:lpstr>
    </vt:vector>
  </TitlesOfParts>
  <Company>Midwestern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Scales, Jon</dc:creator>
  <cp:revision>1</cp:revision>
  <dcterms:created xsi:type="dcterms:W3CDTF">2025-02-04T16:19:21Z</dcterms:created>
  <dcterms:modified xsi:type="dcterms:W3CDTF">2025-02-26T17:29:31Z</dcterms:modified>
</cp:coreProperties>
</file>