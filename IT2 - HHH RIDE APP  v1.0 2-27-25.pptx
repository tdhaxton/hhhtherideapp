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2" r:id="rId3"/>
    <p:sldId id="297" r:id="rId4"/>
    <p:sldId id="258" r:id="rId5"/>
    <p:sldId id="373" r:id="rId6"/>
    <p:sldId id="310" r:id="rId7"/>
    <p:sldId id="311" r:id="rId8"/>
    <p:sldId id="268" r:id="rId9"/>
    <p:sldId id="282" r:id="rId10"/>
    <p:sldId id="269" r:id="rId11"/>
    <p:sldId id="312" r:id="rId12"/>
    <p:sldId id="313" r:id="rId13"/>
    <p:sldId id="314" r:id="rId14"/>
    <p:sldId id="365" r:id="rId15"/>
    <p:sldId id="363" r:id="rId16"/>
    <p:sldId id="316" r:id="rId17"/>
    <p:sldId id="317" r:id="rId18"/>
    <p:sldId id="318" r:id="rId19"/>
    <p:sldId id="319" r:id="rId20"/>
    <p:sldId id="257" r:id="rId21"/>
    <p:sldId id="367" r:id="rId22"/>
    <p:sldId id="303" r:id="rId23"/>
    <p:sldId id="299" r:id="rId24"/>
    <p:sldId id="301" r:id="rId25"/>
    <p:sldId id="368" r:id="rId26"/>
    <p:sldId id="369" r:id="rId27"/>
    <p:sldId id="302" r:id="rId28"/>
    <p:sldId id="366" r:id="rId29"/>
    <p:sldId id="321" r:id="rId30"/>
    <p:sldId id="322" r:id="rId31"/>
    <p:sldId id="324" r:id="rId32"/>
    <p:sldId id="323" r:id="rId33"/>
    <p:sldId id="329" r:id="rId34"/>
    <p:sldId id="330" r:id="rId35"/>
    <p:sldId id="331" r:id="rId36"/>
    <p:sldId id="332" r:id="rId37"/>
    <p:sldId id="333" r:id="rId38"/>
    <p:sldId id="334" r:id="rId39"/>
    <p:sldId id="335" r:id="rId40"/>
    <p:sldId id="336" r:id="rId41"/>
    <p:sldId id="337" r:id="rId42"/>
    <p:sldId id="338" r:id="rId43"/>
    <p:sldId id="340" r:id="rId44"/>
    <p:sldId id="341" r:id="rId45"/>
    <p:sldId id="357" r:id="rId46"/>
    <p:sldId id="358" r:id="rId47"/>
    <p:sldId id="359" r:id="rId48"/>
    <p:sldId id="360" r:id="rId49"/>
    <p:sldId id="361" r:id="rId50"/>
    <p:sldId id="343" r:id="rId51"/>
    <p:sldId id="371" r:id="rId52"/>
    <p:sldId id="344" r:id="rId53"/>
    <p:sldId id="345" r:id="rId54"/>
    <p:sldId id="346" r:id="rId55"/>
    <p:sldId id="370" r:id="rId56"/>
    <p:sldId id="372" r:id="rId57"/>
    <p:sldId id="347" r:id="rId58"/>
    <p:sldId id="348" r:id="rId59"/>
    <p:sldId id="349" r:id="rId60"/>
    <p:sldId id="350" r:id="rId61"/>
    <p:sldId id="353" r:id="rId62"/>
    <p:sldId id="354" r:id="rId63"/>
    <p:sldId id="292" r:id="rId64"/>
    <p:sldId id="374" r:id="rId6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C2D5"/>
    <a:srgbClr val="030000"/>
    <a:srgbClr val="0008FF"/>
    <a:srgbClr val="FFFF00"/>
    <a:srgbClr val="A6E9FF"/>
    <a:srgbClr val="EFEFEF"/>
    <a:srgbClr val="7CBFD4"/>
    <a:srgbClr val="95CBDC"/>
    <a:srgbClr val="FFC4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8CFCED-D512-446A-AA60-115DB05A2BD2}" v="57" dt="2025-03-27T05:04:33.137"/>
    <p1510:client id="{EC992564-07CD-4961-B94A-94BE7FAF3A46}" v="90" dt="2025-03-27T16:24:28.0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7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m Haxton" userId="d4e3a40a62c7347c" providerId="LiveId" clId="{9E809CFE-7181-4A1F-A27A-0C141F17E71B}"/>
    <pc:docChg chg="undo custSel addSld delSld modSld">
      <pc:chgData name="Tim Haxton" userId="d4e3a40a62c7347c" providerId="LiveId" clId="{9E809CFE-7181-4A1F-A27A-0C141F17E71B}" dt="2025-03-27T15:15:53.995" v="433" actId="27636"/>
      <pc:docMkLst>
        <pc:docMk/>
      </pc:docMkLst>
      <pc:sldChg chg="modSp mod">
        <pc:chgData name="Tim Haxton" userId="d4e3a40a62c7347c" providerId="LiveId" clId="{9E809CFE-7181-4A1F-A27A-0C141F17E71B}" dt="2025-03-17T22:19:03.633" v="192" actId="20577"/>
        <pc:sldMkLst>
          <pc:docMk/>
          <pc:sldMk cId="1138698216" sldId="258"/>
        </pc:sldMkLst>
        <pc:spChg chg="mod">
          <ac:chgData name="Tim Haxton" userId="d4e3a40a62c7347c" providerId="LiveId" clId="{9E809CFE-7181-4A1F-A27A-0C141F17E71B}" dt="2025-03-17T22:19:03.633" v="192" actId="20577"/>
          <ac:spMkLst>
            <pc:docMk/>
            <pc:sldMk cId="1138698216" sldId="258"/>
            <ac:spMk id="6" creationId="{8127EEF1-A4C8-C8F9-70D4-B2F1CC718AA9}"/>
          </ac:spMkLst>
        </pc:spChg>
      </pc:sldChg>
      <pc:sldChg chg="modSp mod">
        <pc:chgData name="Tim Haxton" userId="d4e3a40a62c7347c" providerId="LiveId" clId="{9E809CFE-7181-4A1F-A27A-0C141F17E71B}" dt="2025-03-27T15:10:07.367" v="353" actId="20577"/>
        <pc:sldMkLst>
          <pc:docMk/>
          <pc:sldMk cId="2292232001" sldId="268"/>
        </pc:sldMkLst>
        <pc:spChg chg="mod">
          <ac:chgData name="Tim Haxton" userId="d4e3a40a62c7347c" providerId="LiveId" clId="{9E809CFE-7181-4A1F-A27A-0C141F17E71B}" dt="2025-03-27T15:10:07.367" v="353" actId="20577"/>
          <ac:spMkLst>
            <pc:docMk/>
            <pc:sldMk cId="2292232001" sldId="268"/>
            <ac:spMk id="2" creationId="{CA39C90B-AEB0-104C-2039-253B1E835F59}"/>
          </ac:spMkLst>
        </pc:spChg>
      </pc:sldChg>
      <pc:sldChg chg="modSp mod">
        <pc:chgData name="Tim Haxton" userId="d4e3a40a62c7347c" providerId="LiveId" clId="{9E809CFE-7181-4A1F-A27A-0C141F17E71B}" dt="2025-03-27T15:15:22.310" v="431" actId="6549"/>
        <pc:sldMkLst>
          <pc:docMk/>
          <pc:sldMk cId="3041322731" sldId="269"/>
        </pc:sldMkLst>
        <pc:spChg chg="mod">
          <ac:chgData name="Tim Haxton" userId="d4e3a40a62c7347c" providerId="LiveId" clId="{9E809CFE-7181-4A1F-A27A-0C141F17E71B}" dt="2025-03-27T15:15:22.310" v="431" actId="6549"/>
          <ac:spMkLst>
            <pc:docMk/>
            <pc:sldMk cId="3041322731" sldId="269"/>
            <ac:spMk id="2" creationId="{37A67985-1256-D1C0-F330-3FE951D3CD4F}"/>
          </ac:spMkLst>
        </pc:spChg>
      </pc:sldChg>
      <pc:sldChg chg="modSp mod">
        <pc:chgData name="Tim Haxton" userId="d4e3a40a62c7347c" providerId="LiveId" clId="{9E809CFE-7181-4A1F-A27A-0C141F17E71B}" dt="2025-03-27T14:52:49.618" v="346" actId="20577"/>
        <pc:sldMkLst>
          <pc:docMk/>
          <pc:sldMk cId="4098198360" sldId="282"/>
        </pc:sldMkLst>
        <pc:spChg chg="mod">
          <ac:chgData name="Tim Haxton" userId="d4e3a40a62c7347c" providerId="LiveId" clId="{9E809CFE-7181-4A1F-A27A-0C141F17E71B}" dt="2025-03-27T14:52:49.618" v="346" actId="20577"/>
          <ac:spMkLst>
            <pc:docMk/>
            <pc:sldMk cId="4098198360" sldId="282"/>
            <ac:spMk id="2" creationId="{FB1C78A2-9F7D-AD91-5AE6-29F8F1BEA232}"/>
          </ac:spMkLst>
        </pc:spChg>
      </pc:sldChg>
      <pc:sldChg chg="modSp mod">
        <pc:chgData name="Tim Haxton" userId="d4e3a40a62c7347c" providerId="LiveId" clId="{9E809CFE-7181-4A1F-A27A-0C141F17E71B}" dt="2025-03-17T22:34:49.046" v="254" actId="20577"/>
        <pc:sldMkLst>
          <pc:docMk/>
          <pc:sldMk cId="1944522692" sldId="301"/>
        </pc:sldMkLst>
        <pc:spChg chg="mod">
          <ac:chgData name="Tim Haxton" userId="d4e3a40a62c7347c" providerId="LiveId" clId="{9E809CFE-7181-4A1F-A27A-0C141F17E71B}" dt="2025-03-17T22:34:49.046" v="254" actId="20577"/>
          <ac:spMkLst>
            <pc:docMk/>
            <pc:sldMk cId="1944522692" sldId="301"/>
            <ac:spMk id="2" creationId="{AE8BF150-0725-292F-272C-2902C509A4F5}"/>
          </ac:spMkLst>
        </pc:spChg>
      </pc:sldChg>
      <pc:sldChg chg="modSp mod">
        <pc:chgData name="Tim Haxton" userId="d4e3a40a62c7347c" providerId="LiveId" clId="{9E809CFE-7181-4A1F-A27A-0C141F17E71B}" dt="2025-03-17T22:31:27.141" v="215" actId="404"/>
        <pc:sldMkLst>
          <pc:docMk/>
          <pc:sldMk cId="2724406728" sldId="310"/>
        </pc:sldMkLst>
        <pc:spChg chg="mod">
          <ac:chgData name="Tim Haxton" userId="d4e3a40a62c7347c" providerId="LiveId" clId="{9E809CFE-7181-4A1F-A27A-0C141F17E71B}" dt="2025-03-17T22:31:27.141" v="215" actId="404"/>
          <ac:spMkLst>
            <pc:docMk/>
            <pc:sldMk cId="2724406728" sldId="310"/>
            <ac:spMk id="2" creationId="{00000000-0000-0000-0000-000000000000}"/>
          </ac:spMkLst>
        </pc:spChg>
      </pc:sldChg>
      <pc:sldChg chg="modSp mod">
        <pc:chgData name="Tim Haxton" userId="d4e3a40a62c7347c" providerId="LiveId" clId="{9E809CFE-7181-4A1F-A27A-0C141F17E71B}" dt="2025-03-17T22:31:09.415" v="214" actId="404"/>
        <pc:sldMkLst>
          <pc:docMk/>
          <pc:sldMk cId="500451211" sldId="311"/>
        </pc:sldMkLst>
        <pc:spChg chg="mod">
          <ac:chgData name="Tim Haxton" userId="d4e3a40a62c7347c" providerId="LiveId" clId="{9E809CFE-7181-4A1F-A27A-0C141F17E71B}" dt="2025-03-17T22:31:09.415" v="214" actId="404"/>
          <ac:spMkLst>
            <pc:docMk/>
            <pc:sldMk cId="500451211" sldId="311"/>
            <ac:spMk id="2" creationId="{00000000-0000-0000-0000-000000000000}"/>
          </ac:spMkLst>
        </pc:spChg>
      </pc:sldChg>
      <pc:sldChg chg="modSp mod">
        <pc:chgData name="Tim Haxton" userId="d4e3a40a62c7347c" providerId="LiveId" clId="{9E809CFE-7181-4A1F-A27A-0C141F17E71B}" dt="2025-03-27T15:09:47.638" v="351" actId="20577"/>
        <pc:sldMkLst>
          <pc:docMk/>
          <pc:sldMk cId="3714209025" sldId="312"/>
        </pc:sldMkLst>
        <pc:spChg chg="mod">
          <ac:chgData name="Tim Haxton" userId="d4e3a40a62c7347c" providerId="LiveId" clId="{9E809CFE-7181-4A1F-A27A-0C141F17E71B}" dt="2025-03-27T15:09:47.638" v="351" actId="20577"/>
          <ac:spMkLst>
            <pc:docMk/>
            <pc:sldMk cId="3714209025" sldId="312"/>
            <ac:spMk id="3" creationId="{00000000-0000-0000-0000-000000000000}"/>
          </ac:spMkLst>
        </pc:spChg>
      </pc:sldChg>
      <pc:sldChg chg="modSp mod">
        <pc:chgData name="Tim Haxton" userId="d4e3a40a62c7347c" providerId="LiveId" clId="{9E809CFE-7181-4A1F-A27A-0C141F17E71B}" dt="2025-03-27T15:10:52.720" v="354" actId="20577"/>
        <pc:sldMkLst>
          <pc:docMk/>
          <pc:sldMk cId="4096569018" sldId="314"/>
        </pc:sldMkLst>
        <pc:spChg chg="mod">
          <ac:chgData name="Tim Haxton" userId="d4e3a40a62c7347c" providerId="LiveId" clId="{9E809CFE-7181-4A1F-A27A-0C141F17E71B}" dt="2025-03-27T15:10:52.720" v="354" actId="20577"/>
          <ac:spMkLst>
            <pc:docMk/>
            <pc:sldMk cId="4096569018" sldId="314"/>
            <ac:spMk id="3" creationId="{00000000-0000-0000-0000-000000000000}"/>
          </ac:spMkLst>
        </pc:spChg>
      </pc:sldChg>
      <pc:sldChg chg="modSp mod">
        <pc:chgData name="Tim Haxton" userId="d4e3a40a62c7347c" providerId="LiveId" clId="{9E809CFE-7181-4A1F-A27A-0C141F17E71B}" dt="2025-03-17T22:40:23.865" v="270" actId="948"/>
        <pc:sldMkLst>
          <pc:docMk/>
          <pc:sldMk cId="35394364" sldId="316"/>
        </pc:sldMkLst>
        <pc:spChg chg="mod">
          <ac:chgData name="Tim Haxton" userId="d4e3a40a62c7347c" providerId="LiveId" clId="{9E809CFE-7181-4A1F-A27A-0C141F17E71B}" dt="2025-03-17T22:40:23.865" v="270" actId="948"/>
          <ac:spMkLst>
            <pc:docMk/>
            <pc:sldMk cId="35394364" sldId="316"/>
            <ac:spMk id="3" creationId="{00000000-0000-0000-0000-000000000000}"/>
          </ac:spMkLst>
        </pc:spChg>
      </pc:sldChg>
      <pc:sldChg chg="modSp mod">
        <pc:chgData name="Tim Haxton" userId="d4e3a40a62c7347c" providerId="LiveId" clId="{9E809CFE-7181-4A1F-A27A-0C141F17E71B}" dt="2025-03-27T15:14:20.840" v="364" actId="21"/>
        <pc:sldMkLst>
          <pc:docMk/>
          <pc:sldMk cId="2497830994" sldId="317"/>
        </pc:sldMkLst>
        <pc:spChg chg="mod">
          <ac:chgData name="Tim Haxton" userId="d4e3a40a62c7347c" providerId="LiveId" clId="{9E809CFE-7181-4A1F-A27A-0C141F17E71B}" dt="2025-03-27T15:14:20.840" v="364" actId="21"/>
          <ac:spMkLst>
            <pc:docMk/>
            <pc:sldMk cId="2497830994" sldId="317"/>
            <ac:spMk id="3" creationId="{00000000-0000-0000-0000-000000000000}"/>
          </ac:spMkLst>
        </pc:spChg>
      </pc:sldChg>
      <pc:sldChg chg="modSp mod">
        <pc:chgData name="Tim Haxton" userId="d4e3a40a62c7347c" providerId="LiveId" clId="{9E809CFE-7181-4A1F-A27A-0C141F17E71B}" dt="2025-03-17T22:42:48.944" v="272" actId="948"/>
        <pc:sldMkLst>
          <pc:docMk/>
          <pc:sldMk cId="959935279" sldId="318"/>
        </pc:sldMkLst>
        <pc:spChg chg="mod">
          <ac:chgData name="Tim Haxton" userId="d4e3a40a62c7347c" providerId="LiveId" clId="{9E809CFE-7181-4A1F-A27A-0C141F17E71B}" dt="2025-03-17T22:42:48.944" v="272" actId="948"/>
          <ac:spMkLst>
            <pc:docMk/>
            <pc:sldMk cId="959935279" sldId="318"/>
            <ac:spMk id="3" creationId="{00000000-0000-0000-0000-000000000000}"/>
          </ac:spMkLst>
        </pc:spChg>
      </pc:sldChg>
      <pc:sldChg chg="modSp mod">
        <pc:chgData name="Tim Haxton" userId="d4e3a40a62c7347c" providerId="LiveId" clId="{9E809CFE-7181-4A1F-A27A-0C141F17E71B}" dt="2025-03-17T22:43:09.900" v="273" actId="948"/>
        <pc:sldMkLst>
          <pc:docMk/>
          <pc:sldMk cId="4019550979" sldId="319"/>
        </pc:sldMkLst>
        <pc:spChg chg="mod">
          <ac:chgData name="Tim Haxton" userId="d4e3a40a62c7347c" providerId="LiveId" clId="{9E809CFE-7181-4A1F-A27A-0C141F17E71B}" dt="2025-03-17T22:43:09.900" v="273" actId="948"/>
          <ac:spMkLst>
            <pc:docMk/>
            <pc:sldMk cId="4019550979" sldId="319"/>
            <ac:spMk id="3" creationId="{00000000-0000-0000-0000-000000000000}"/>
          </ac:spMkLst>
        </pc:spChg>
      </pc:sldChg>
      <pc:sldChg chg="modSp mod">
        <pc:chgData name="Tim Haxton" userId="d4e3a40a62c7347c" providerId="LiveId" clId="{9E809CFE-7181-4A1F-A27A-0C141F17E71B}" dt="2025-03-17T22:44:18.491" v="275" actId="948"/>
        <pc:sldMkLst>
          <pc:docMk/>
          <pc:sldMk cId="4169630257" sldId="322"/>
        </pc:sldMkLst>
        <pc:spChg chg="mod">
          <ac:chgData name="Tim Haxton" userId="d4e3a40a62c7347c" providerId="LiveId" clId="{9E809CFE-7181-4A1F-A27A-0C141F17E71B}" dt="2025-03-17T22:44:18.491" v="275" actId="948"/>
          <ac:spMkLst>
            <pc:docMk/>
            <pc:sldMk cId="4169630257" sldId="322"/>
            <ac:spMk id="2" creationId="{AE8BF150-0725-292F-272C-2902C509A4F5}"/>
          </ac:spMkLst>
        </pc:spChg>
      </pc:sldChg>
      <pc:sldChg chg="modSp mod">
        <pc:chgData name="Tim Haxton" userId="d4e3a40a62c7347c" providerId="LiveId" clId="{9E809CFE-7181-4A1F-A27A-0C141F17E71B}" dt="2025-03-17T22:36:23.695" v="260" actId="255"/>
        <pc:sldMkLst>
          <pc:docMk/>
          <pc:sldMk cId="3568682878" sldId="323"/>
        </pc:sldMkLst>
        <pc:spChg chg="mod">
          <ac:chgData name="Tim Haxton" userId="d4e3a40a62c7347c" providerId="LiveId" clId="{9E809CFE-7181-4A1F-A27A-0C141F17E71B}" dt="2025-03-17T22:36:23.695" v="260" actId="255"/>
          <ac:spMkLst>
            <pc:docMk/>
            <pc:sldMk cId="3568682878" sldId="323"/>
            <ac:spMk id="2" creationId="{AE8BF150-0725-292F-272C-2902C509A4F5}"/>
          </ac:spMkLst>
        </pc:spChg>
      </pc:sldChg>
      <pc:sldChg chg="modSp mod">
        <pc:chgData name="Tim Haxton" userId="d4e3a40a62c7347c" providerId="LiveId" clId="{9E809CFE-7181-4A1F-A27A-0C141F17E71B}" dt="2025-03-17T22:44:45.928" v="277" actId="948"/>
        <pc:sldMkLst>
          <pc:docMk/>
          <pc:sldMk cId="4213291089" sldId="324"/>
        </pc:sldMkLst>
        <pc:spChg chg="mod">
          <ac:chgData name="Tim Haxton" userId="d4e3a40a62c7347c" providerId="LiveId" clId="{9E809CFE-7181-4A1F-A27A-0C141F17E71B}" dt="2025-03-17T22:44:45.928" v="277" actId="948"/>
          <ac:spMkLst>
            <pc:docMk/>
            <pc:sldMk cId="4213291089" sldId="324"/>
            <ac:spMk id="2" creationId="{AE8BF150-0725-292F-272C-2902C509A4F5}"/>
          </ac:spMkLst>
        </pc:spChg>
      </pc:sldChg>
      <pc:sldChg chg="modSp mod">
        <pc:chgData name="Tim Haxton" userId="d4e3a40a62c7347c" providerId="LiveId" clId="{9E809CFE-7181-4A1F-A27A-0C141F17E71B}" dt="2025-03-17T23:03:56.805" v="341" actId="20577"/>
        <pc:sldMkLst>
          <pc:docMk/>
          <pc:sldMk cId="2522510304" sldId="331"/>
        </pc:sldMkLst>
        <pc:spChg chg="mod">
          <ac:chgData name="Tim Haxton" userId="d4e3a40a62c7347c" providerId="LiveId" clId="{9E809CFE-7181-4A1F-A27A-0C141F17E71B}" dt="2025-03-17T23:03:56.805" v="341" actId="20577"/>
          <ac:spMkLst>
            <pc:docMk/>
            <pc:sldMk cId="2522510304" sldId="331"/>
            <ac:spMk id="2" creationId="{00000000-0000-0000-0000-000000000000}"/>
          </ac:spMkLst>
        </pc:spChg>
      </pc:sldChg>
      <pc:sldChg chg="modSp mod">
        <pc:chgData name="Tim Haxton" userId="d4e3a40a62c7347c" providerId="LiveId" clId="{9E809CFE-7181-4A1F-A27A-0C141F17E71B}" dt="2025-03-17T22:53:51.696" v="287" actId="13926"/>
        <pc:sldMkLst>
          <pc:docMk/>
          <pc:sldMk cId="1445180792" sldId="334"/>
        </pc:sldMkLst>
        <pc:spChg chg="mod">
          <ac:chgData name="Tim Haxton" userId="d4e3a40a62c7347c" providerId="LiveId" clId="{9E809CFE-7181-4A1F-A27A-0C141F17E71B}" dt="2025-03-17T22:53:51.696" v="287" actId="13926"/>
          <ac:spMkLst>
            <pc:docMk/>
            <pc:sldMk cId="1445180792" sldId="334"/>
            <ac:spMk id="2" creationId="{00000000-0000-0000-0000-000000000000}"/>
          </ac:spMkLst>
        </pc:spChg>
      </pc:sldChg>
      <pc:sldChg chg="modSp mod">
        <pc:chgData name="Tim Haxton" userId="d4e3a40a62c7347c" providerId="LiveId" clId="{9E809CFE-7181-4A1F-A27A-0C141F17E71B}" dt="2025-03-17T02:00:17.779" v="14" actId="2711"/>
        <pc:sldMkLst>
          <pc:docMk/>
          <pc:sldMk cId="3686292652" sldId="341"/>
        </pc:sldMkLst>
        <pc:spChg chg="mod">
          <ac:chgData name="Tim Haxton" userId="d4e3a40a62c7347c" providerId="LiveId" clId="{9E809CFE-7181-4A1F-A27A-0C141F17E71B}" dt="2025-03-17T02:00:10.782" v="13" actId="2711"/>
          <ac:spMkLst>
            <pc:docMk/>
            <pc:sldMk cId="3686292652" sldId="341"/>
            <ac:spMk id="5" creationId="{00000000-0000-0000-0000-000000000000}"/>
          </ac:spMkLst>
        </pc:spChg>
        <pc:spChg chg="mod">
          <ac:chgData name="Tim Haxton" userId="d4e3a40a62c7347c" providerId="LiveId" clId="{9E809CFE-7181-4A1F-A27A-0C141F17E71B}" dt="2025-03-17T02:00:17.779" v="14" actId="2711"/>
          <ac:spMkLst>
            <pc:docMk/>
            <pc:sldMk cId="3686292652" sldId="341"/>
            <ac:spMk id="6" creationId="{00000000-0000-0000-0000-000000000000}"/>
          </ac:spMkLst>
        </pc:spChg>
      </pc:sldChg>
      <pc:sldChg chg="modSp mod">
        <pc:chgData name="Tim Haxton" userId="d4e3a40a62c7347c" providerId="LiveId" clId="{9E809CFE-7181-4A1F-A27A-0C141F17E71B}" dt="2025-03-17T22:53:27.254" v="286" actId="404"/>
        <pc:sldMkLst>
          <pc:docMk/>
          <pc:sldMk cId="2792331683" sldId="343"/>
        </pc:sldMkLst>
        <pc:spChg chg="mod">
          <ac:chgData name="Tim Haxton" userId="d4e3a40a62c7347c" providerId="LiveId" clId="{9E809CFE-7181-4A1F-A27A-0C141F17E71B}" dt="2025-03-17T22:53:27.254" v="286" actId="404"/>
          <ac:spMkLst>
            <pc:docMk/>
            <pc:sldMk cId="2792331683" sldId="343"/>
            <ac:spMk id="12" creationId="{C60D63F9-6A2F-D1F7-2174-8EA1D6F61838}"/>
          </ac:spMkLst>
        </pc:spChg>
      </pc:sldChg>
      <pc:sldChg chg="modSp mod">
        <pc:chgData name="Tim Haxton" userId="d4e3a40a62c7347c" providerId="LiveId" clId="{9E809CFE-7181-4A1F-A27A-0C141F17E71B}" dt="2025-03-17T02:17:39.199" v="24" actId="20577"/>
        <pc:sldMkLst>
          <pc:docMk/>
          <pc:sldMk cId="3485708109" sldId="344"/>
        </pc:sldMkLst>
        <pc:spChg chg="mod">
          <ac:chgData name="Tim Haxton" userId="d4e3a40a62c7347c" providerId="LiveId" clId="{9E809CFE-7181-4A1F-A27A-0C141F17E71B}" dt="2025-03-17T02:17:39.199" v="24" actId="20577"/>
          <ac:spMkLst>
            <pc:docMk/>
            <pc:sldMk cId="3485708109" sldId="344"/>
            <ac:spMk id="5" creationId="{00000000-0000-0000-0000-000000000000}"/>
          </ac:spMkLst>
        </pc:spChg>
      </pc:sldChg>
      <pc:sldChg chg="modSp mod">
        <pc:chgData name="Tim Haxton" userId="d4e3a40a62c7347c" providerId="LiveId" clId="{9E809CFE-7181-4A1F-A27A-0C141F17E71B}" dt="2025-03-17T22:54:41.791" v="291" actId="20577"/>
        <pc:sldMkLst>
          <pc:docMk/>
          <pc:sldMk cId="3483169244" sldId="348"/>
        </pc:sldMkLst>
        <pc:spChg chg="mod">
          <ac:chgData name="Tim Haxton" userId="d4e3a40a62c7347c" providerId="LiveId" clId="{9E809CFE-7181-4A1F-A27A-0C141F17E71B}" dt="2025-03-17T22:54:41.791" v="291" actId="20577"/>
          <ac:spMkLst>
            <pc:docMk/>
            <pc:sldMk cId="3483169244" sldId="348"/>
            <ac:spMk id="3" creationId="{00000000-0000-0000-0000-000000000000}"/>
          </ac:spMkLst>
        </pc:spChg>
      </pc:sldChg>
      <pc:sldChg chg="modSp mod">
        <pc:chgData name="Tim Haxton" userId="d4e3a40a62c7347c" providerId="LiveId" clId="{9E809CFE-7181-4A1F-A27A-0C141F17E71B}" dt="2025-03-17T02:01:35.815" v="16" actId="20577"/>
        <pc:sldMkLst>
          <pc:docMk/>
          <pc:sldMk cId="295332384" sldId="358"/>
        </pc:sldMkLst>
        <pc:graphicFrameChg chg="modGraphic">
          <ac:chgData name="Tim Haxton" userId="d4e3a40a62c7347c" providerId="LiveId" clId="{9E809CFE-7181-4A1F-A27A-0C141F17E71B}" dt="2025-03-17T02:01:35.815" v="16" actId="20577"/>
          <ac:graphicFrameMkLst>
            <pc:docMk/>
            <pc:sldMk cId="295332384" sldId="358"/>
            <ac:graphicFrameMk id="3" creationId="{65B1B9A1-970C-A2F1-F248-1FB80C4835AD}"/>
          </ac:graphicFrameMkLst>
        </pc:graphicFrameChg>
      </pc:sldChg>
      <pc:sldChg chg="modSp mod">
        <pc:chgData name="Tim Haxton" userId="d4e3a40a62c7347c" providerId="LiveId" clId="{9E809CFE-7181-4A1F-A27A-0C141F17E71B}" dt="2025-03-17T22:52:51.135" v="283" actId="403"/>
        <pc:sldMkLst>
          <pc:docMk/>
          <pc:sldMk cId="4251681936" sldId="360"/>
        </pc:sldMkLst>
        <pc:spChg chg="mod">
          <ac:chgData name="Tim Haxton" userId="d4e3a40a62c7347c" providerId="LiveId" clId="{9E809CFE-7181-4A1F-A27A-0C141F17E71B}" dt="2025-03-17T22:52:51.135" v="283" actId="403"/>
          <ac:spMkLst>
            <pc:docMk/>
            <pc:sldMk cId="4251681936" sldId="360"/>
            <ac:spMk id="2" creationId="{00000000-0000-0000-0000-000000000000}"/>
          </ac:spMkLst>
        </pc:spChg>
      </pc:sldChg>
      <pc:sldChg chg="modSp mod">
        <pc:chgData name="Tim Haxton" userId="d4e3a40a62c7347c" providerId="LiveId" clId="{9E809CFE-7181-4A1F-A27A-0C141F17E71B}" dt="2025-03-17T22:53:10.289" v="284" actId="403"/>
        <pc:sldMkLst>
          <pc:docMk/>
          <pc:sldMk cId="4071547939" sldId="361"/>
        </pc:sldMkLst>
        <pc:spChg chg="mod">
          <ac:chgData name="Tim Haxton" userId="d4e3a40a62c7347c" providerId="LiveId" clId="{9E809CFE-7181-4A1F-A27A-0C141F17E71B}" dt="2025-03-17T22:53:10.289" v="284" actId="403"/>
          <ac:spMkLst>
            <pc:docMk/>
            <pc:sldMk cId="4071547939" sldId="361"/>
            <ac:spMk id="2" creationId="{00000000-0000-0000-0000-000000000000}"/>
          </ac:spMkLst>
        </pc:spChg>
      </pc:sldChg>
      <pc:sldChg chg="modSp mod">
        <pc:chgData name="Tim Haxton" userId="d4e3a40a62c7347c" providerId="LiveId" clId="{9E809CFE-7181-4A1F-A27A-0C141F17E71B}" dt="2025-03-27T15:15:53.995" v="433" actId="27636"/>
        <pc:sldMkLst>
          <pc:docMk/>
          <pc:sldMk cId="3473180127" sldId="363"/>
        </pc:sldMkLst>
        <pc:spChg chg="mod">
          <ac:chgData name="Tim Haxton" userId="d4e3a40a62c7347c" providerId="LiveId" clId="{9E809CFE-7181-4A1F-A27A-0C141F17E71B}" dt="2025-03-27T15:15:53.995" v="433" actId="27636"/>
          <ac:spMkLst>
            <pc:docMk/>
            <pc:sldMk cId="3473180127" sldId="363"/>
            <ac:spMk id="3" creationId="{C806BABF-7BC9-E4E8-323C-32ACE9D13C65}"/>
          </ac:spMkLst>
        </pc:spChg>
      </pc:sldChg>
      <pc:sldChg chg="modSp mod">
        <pc:chgData name="Tim Haxton" userId="d4e3a40a62c7347c" providerId="LiveId" clId="{9E809CFE-7181-4A1F-A27A-0C141F17E71B}" dt="2025-03-17T22:32:06.812" v="219" actId="255"/>
        <pc:sldMkLst>
          <pc:docMk/>
          <pc:sldMk cId="3239516984" sldId="365"/>
        </pc:sldMkLst>
        <pc:spChg chg="mod">
          <ac:chgData name="Tim Haxton" userId="d4e3a40a62c7347c" providerId="LiveId" clId="{9E809CFE-7181-4A1F-A27A-0C141F17E71B}" dt="2025-03-17T22:32:06.812" v="219" actId="255"/>
          <ac:spMkLst>
            <pc:docMk/>
            <pc:sldMk cId="3239516984" sldId="365"/>
            <ac:spMk id="3" creationId="{CB067B58-C415-C3E5-7618-2E3C6AEA4FBB}"/>
          </ac:spMkLst>
        </pc:spChg>
      </pc:sldChg>
      <pc:sldChg chg="modSp mod">
        <pc:chgData name="Tim Haxton" userId="d4e3a40a62c7347c" providerId="LiveId" clId="{9E809CFE-7181-4A1F-A27A-0C141F17E71B}" dt="2025-03-17T22:43:37.130" v="274" actId="948"/>
        <pc:sldMkLst>
          <pc:docMk/>
          <pc:sldMk cId="1954006610" sldId="367"/>
        </pc:sldMkLst>
        <pc:spChg chg="mod">
          <ac:chgData name="Tim Haxton" userId="d4e3a40a62c7347c" providerId="LiveId" clId="{9E809CFE-7181-4A1F-A27A-0C141F17E71B}" dt="2025-03-17T22:43:37.130" v="274" actId="948"/>
          <ac:spMkLst>
            <pc:docMk/>
            <pc:sldMk cId="1954006610" sldId="367"/>
            <ac:spMk id="2" creationId="{5EFDE62E-A435-BFE9-AC33-8001C87D93AC}"/>
          </ac:spMkLst>
        </pc:spChg>
      </pc:sldChg>
      <pc:sldChg chg="modSp mod">
        <pc:chgData name="Tim Haxton" userId="d4e3a40a62c7347c" providerId="LiveId" clId="{9E809CFE-7181-4A1F-A27A-0C141F17E71B}" dt="2025-03-17T22:35:21.800" v="257" actId="6549"/>
        <pc:sldMkLst>
          <pc:docMk/>
          <pc:sldMk cId="2709061771" sldId="369"/>
        </pc:sldMkLst>
        <pc:spChg chg="mod">
          <ac:chgData name="Tim Haxton" userId="d4e3a40a62c7347c" providerId="LiveId" clId="{9E809CFE-7181-4A1F-A27A-0C141F17E71B}" dt="2025-03-17T22:35:21.800" v="257" actId="6549"/>
          <ac:spMkLst>
            <pc:docMk/>
            <pc:sldMk cId="2709061771" sldId="369"/>
            <ac:spMk id="2" creationId="{DDBACF06-7234-FC5D-FF5B-7C2CB18454C2}"/>
          </ac:spMkLst>
        </pc:spChg>
      </pc:sldChg>
      <pc:sldChg chg="modSp mod">
        <pc:chgData name="Tim Haxton" userId="d4e3a40a62c7347c" providerId="LiveId" clId="{9E809CFE-7181-4A1F-A27A-0C141F17E71B}" dt="2025-03-17T02:15:06.492" v="23" actId="14100"/>
        <pc:sldMkLst>
          <pc:docMk/>
          <pc:sldMk cId="2007751473" sldId="371"/>
        </pc:sldMkLst>
        <pc:spChg chg="mod">
          <ac:chgData name="Tim Haxton" userId="d4e3a40a62c7347c" providerId="LiveId" clId="{9E809CFE-7181-4A1F-A27A-0C141F17E71B}" dt="2025-03-17T02:15:06.492" v="23" actId="14100"/>
          <ac:spMkLst>
            <pc:docMk/>
            <pc:sldMk cId="2007751473" sldId="371"/>
            <ac:spMk id="13" creationId="{BBC55A9E-2188-6178-AAE0-FE0E5C625B44}"/>
          </ac:spMkLst>
        </pc:spChg>
      </pc:sldChg>
      <pc:sldChg chg="modSp mod">
        <pc:chgData name="Tim Haxton" userId="d4e3a40a62c7347c" providerId="LiveId" clId="{9E809CFE-7181-4A1F-A27A-0C141F17E71B}" dt="2025-03-17T22:24:35.668" v="201" actId="255"/>
        <pc:sldMkLst>
          <pc:docMk/>
          <pc:sldMk cId="1807473207" sldId="373"/>
        </pc:sldMkLst>
        <pc:spChg chg="mod">
          <ac:chgData name="Tim Haxton" userId="d4e3a40a62c7347c" providerId="LiveId" clId="{9E809CFE-7181-4A1F-A27A-0C141F17E71B}" dt="2025-03-17T22:24:35.668" v="201" actId="255"/>
          <ac:spMkLst>
            <pc:docMk/>
            <pc:sldMk cId="1807473207" sldId="373"/>
            <ac:spMk id="3" creationId="{1B264FFA-DF95-78E7-25B2-8F2A0F7B6C05}"/>
          </ac:spMkLst>
        </pc:spChg>
      </pc:sldChg>
      <pc:sldChg chg="new del">
        <pc:chgData name="Tim Haxton" userId="d4e3a40a62c7347c" providerId="LiveId" clId="{9E809CFE-7181-4A1F-A27A-0C141F17E71B}" dt="2025-03-19T19:49:47.950" v="343" actId="680"/>
        <pc:sldMkLst>
          <pc:docMk/>
          <pc:sldMk cId="1216712970" sldId="375"/>
        </pc:sldMkLst>
      </pc:sldChg>
    </pc:docChg>
  </pc:docChgLst>
  <pc:docChgLst>
    <pc:chgData name="Cooper Wolf" userId="c8315c998c98f914" providerId="Windows Live" clId="Web-{88C4856B-0764-2C86-8595-2FE08B456E0D}"/>
    <pc:docChg chg="modSld">
      <pc:chgData name="Cooper Wolf" userId="c8315c998c98f914" providerId="Windows Live" clId="Web-{88C4856B-0764-2C86-8595-2FE08B456E0D}" dt="2025-03-16T19:32:27.237" v="294" actId="20577"/>
      <pc:docMkLst>
        <pc:docMk/>
      </pc:docMkLst>
      <pc:sldChg chg="modSp">
        <pc:chgData name="Cooper Wolf" userId="c8315c998c98f914" providerId="Windows Live" clId="Web-{88C4856B-0764-2C86-8595-2FE08B456E0D}" dt="2025-03-16T19:22:30.593" v="263" actId="20577"/>
        <pc:sldMkLst>
          <pc:docMk/>
          <pc:sldMk cId="2573480368" sldId="262"/>
        </pc:sldMkLst>
        <pc:spChg chg="mod">
          <ac:chgData name="Cooper Wolf" userId="c8315c998c98f914" providerId="Windows Live" clId="Web-{88C4856B-0764-2C86-8595-2FE08B456E0D}" dt="2025-03-16T19:22:30.593" v="263" actId="20577"/>
          <ac:spMkLst>
            <pc:docMk/>
            <pc:sldMk cId="2573480368" sldId="262"/>
            <ac:spMk id="3" creationId="{00000000-0000-0000-0000-000000000000}"/>
          </ac:spMkLst>
        </pc:spChg>
      </pc:sldChg>
      <pc:sldChg chg="modSp">
        <pc:chgData name="Cooper Wolf" userId="c8315c998c98f914" providerId="Windows Live" clId="Web-{88C4856B-0764-2C86-8595-2FE08B456E0D}" dt="2025-03-16T18:38:33.199" v="32" actId="20577"/>
        <pc:sldMkLst>
          <pc:docMk/>
          <pc:sldMk cId="2292232001" sldId="268"/>
        </pc:sldMkLst>
        <pc:spChg chg="mod">
          <ac:chgData name="Cooper Wolf" userId="c8315c998c98f914" providerId="Windows Live" clId="Web-{88C4856B-0764-2C86-8595-2FE08B456E0D}" dt="2025-03-16T18:38:33.199" v="32" actId="20577"/>
          <ac:spMkLst>
            <pc:docMk/>
            <pc:sldMk cId="2292232001" sldId="268"/>
            <ac:spMk id="2" creationId="{CA39C90B-AEB0-104C-2039-253B1E835F59}"/>
          </ac:spMkLst>
        </pc:spChg>
      </pc:sldChg>
      <pc:sldChg chg="modSp">
        <pc:chgData name="Cooper Wolf" userId="c8315c998c98f914" providerId="Windows Live" clId="Web-{88C4856B-0764-2C86-8595-2FE08B456E0D}" dt="2025-03-16T19:32:27.237" v="294" actId="20577"/>
        <pc:sldMkLst>
          <pc:docMk/>
          <pc:sldMk cId="1167381600" sldId="292"/>
        </pc:sldMkLst>
        <pc:spChg chg="mod">
          <ac:chgData name="Cooper Wolf" userId="c8315c998c98f914" providerId="Windows Live" clId="Web-{88C4856B-0764-2C86-8595-2FE08B456E0D}" dt="2025-03-16T19:32:27.237" v="294" actId="20577"/>
          <ac:spMkLst>
            <pc:docMk/>
            <pc:sldMk cId="1167381600" sldId="292"/>
            <ac:spMk id="6" creationId="{1C91A7C2-DBCA-DA9E-7CA5-3FCA4F7ACABB}"/>
          </ac:spMkLst>
        </pc:spChg>
      </pc:sldChg>
      <pc:sldChg chg="modSp">
        <pc:chgData name="Cooper Wolf" userId="c8315c998c98f914" providerId="Windows Live" clId="Web-{88C4856B-0764-2C86-8595-2FE08B456E0D}" dt="2025-03-16T19:22:15.154" v="260" actId="20577"/>
        <pc:sldMkLst>
          <pc:docMk/>
          <pc:sldMk cId="297494329" sldId="297"/>
        </pc:sldMkLst>
        <pc:spChg chg="mod">
          <ac:chgData name="Cooper Wolf" userId="c8315c998c98f914" providerId="Windows Live" clId="Web-{88C4856B-0764-2C86-8595-2FE08B456E0D}" dt="2025-03-16T19:22:15.154" v="260" actId="20577"/>
          <ac:spMkLst>
            <pc:docMk/>
            <pc:sldMk cId="297494329" sldId="297"/>
            <ac:spMk id="3" creationId="{D6AF7149-18C9-E31D-3B3A-90972BB96DFF}"/>
          </ac:spMkLst>
        </pc:spChg>
      </pc:sldChg>
      <pc:sldChg chg="modSp">
        <pc:chgData name="Cooper Wolf" userId="c8315c998c98f914" providerId="Windows Live" clId="Web-{88C4856B-0764-2C86-8595-2FE08B456E0D}" dt="2025-03-16T18:40:03.003" v="81" actId="14100"/>
        <pc:sldMkLst>
          <pc:docMk/>
          <pc:sldMk cId="2945194685" sldId="313"/>
        </pc:sldMkLst>
        <pc:spChg chg="mod">
          <ac:chgData name="Cooper Wolf" userId="c8315c998c98f914" providerId="Windows Live" clId="Web-{88C4856B-0764-2C86-8595-2FE08B456E0D}" dt="2025-03-16T18:40:03.003" v="81" actId="14100"/>
          <ac:spMkLst>
            <pc:docMk/>
            <pc:sldMk cId="2945194685" sldId="313"/>
            <ac:spMk id="3" creationId="{00000000-0000-0000-0000-000000000000}"/>
          </ac:spMkLst>
        </pc:spChg>
      </pc:sldChg>
      <pc:sldChg chg="modSp">
        <pc:chgData name="Cooper Wolf" userId="c8315c998c98f914" providerId="Windows Live" clId="Web-{88C4856B-0764-2C86-8595-2FE08B456E0D}" dt="2025-03-16T18:41:24.275" v="96" actId="20577"/>
        <pc:sldMkLst>
          <pc:docMk/>
          <pc:sldMk cId="4096569018" sldId="314"/>
        </pc:sldMkLst>
        <pc:spChg chg="mod">
          <ac:chgData name="Cooper Wolf" userId="c8315c998c98f914" providerId="Windows Live" clId="Web-{88C4856B-0764-2C86-8595-2FE08B456E0D}" dt="2025-03-16T18:41:24.275" v="96" actId="20577"/>
          <ac:spMkLst>
            <pc:docMk/>
            <pc:sldMk cId="4096569018" sldId="314"/>
            <ac:spMk id="3" creationId="{00000000-0000-0000-0000-000000000000}"/>
          </ac:spMkLst>
        </pc:spChg>
      </pc:sldChg>
      <pc:sldChg chg="modSp">
        <pc:chgData name="Cooper Wolf" userId="c8315c998c98f914" providerId="Windows Live" clId="Web-{88C4856B-0764-2C86-8595-2FE08B456E0D}" dt="2025-03-16T18:44:18.695" v="173" actId="20577"/>
        <pc:sldMkLst>
          <pc:docMk/>
          <pc:sldMk cId="4019550979" sldId="319"/>
        </pc:sldMkLst>
        <pc:spChg chg="mod">
          <ac:chgData name="Cooper Wolf" userId="c8315c998c98f914" providerId="Windows Live" clId="Web-{88C4856B-0764-2C86-8595-2FE08B456E0D}" dt="2025-03-16T18:44:18.695" v="173" actId="20577"/>
          <ac:spMkLst>
            <pc:docMk/>
            <pc:sldMk cId="4019550979" sldId="319"/>
            <ac:spMk id="3" creationId="{00000000-0000-0000-0000-000000000000}"/>
          </ac:spMkLst>
        </pc:spChg>
      </pc:sldChg>
      <pc:sldChg chg="addSp modSp mod setBg">
        <pc:chgData name="Cooper Wolf" userId="c8315c998c98f914" providerId="Windows Live" clId="Web-{88C4856B-0764-2C86-8595-2FE08B456E0D}" dt="2025-03-16T19:15:10.661" v="257" actId="1076"/>
        <pc:sldMkLst>
          <pc:docMk/>
          <pc:sldMk cId="1298920522" sldId="347"/>
        </pc:sldMkLst>
        <pc:spChg chg="mod">
          <ac:chgData name="Cooper Wolf" userId="c8315c998c98f914" providerId="Windows Live" clId="Web-{88C4856B-0764-2C86-8595-2FE08B456E0D}" dt="2025-03-16T19:15:10.661" v="257" actId="1076"/>
          <ac:spMkLst>
            <pc:docMk/>
            <pc:sldMk cId="1298920522" sldId="347"/>
            <ac:spMk id="4" creationId="{3FA630FD-128D-7386-4ECC-95E11E3F6397}"/>
          </ac:spMkLst>
        </pc:spChg>
        <pc:spChg chg="add">
          <ac:chgData name="Cooper Wolf" userId="c8315c998c98f914" providerId="Windows Live" clId="Web-{88C4856B-0764-2C86-8595-2FE08B456E0D}" dt="2025-03-16T19:11:57.942" v="221"/>
          <ac:spMkLst>
            <pc:docMk/>
            <pc:sldMk cId="1298920522" sldId="347"/>
            <ac:spMk id="67" creationId="{C1C3FA74-6158-4157-A8F0-8CAE5091FF50}"/>
          </ac:spMkLst>
        </pc:spChg>
        <pc:grpChg chg="add">
          <ac:chgData name="Cooper Wolf" userId="c8315c998c98f914" providerId="Windows Live" clId="Web-{88C4856B-0764-2C86-8595-2FE08B456E0D}" dt="2025-03-16T19:11:57.942" v="221"/>
          <ac:grpSpMkLst>
            <pc:docMk/>
            <pc:sldMk cId="1298920522" sldId="347"/>
            <ac:grpSpMk id="11" creationId="{9795E515-5F57-431F-9A0D-3A0419DF7572}"/>
          </ac:grpSpMkLst>
        </pc:grpChg>
        <pc:picChg chg="add">
          <ac:chgData name="Cooper Wolf" userId="c8315c998c98f914" providerId="Windows Live" clId="Web-{88C4856B-0764-2C86-8595-2FE08B456E0D}" dt="2025-03-16T19:11:57.942" v="221"/>
          <ac:picMkLst>
            <pc:docMk/>
            <pc:sldMk cId="1298920522" sldId="347"/>
            <ac:picMk id="9" creationId="{50C065C3-0FE3-4452-B765-CB05BBB2A983}"/>
          </ac:picMkLst>
        </pc:picChg>
      </pc:sldChg>
      <pc:sldChg chg="modSp">
        <pc:chgData name="Cooper Wolf" userId="c8315c998c98f914" providerId="Windows Live" clId="Web-{88C4856B-0764-2C86-8595-2FE08B456E0D}" dt="2025-03-16T19:27:18.947" v="279" actId="20577"/>
        <pc:sldMkLst>
          <pc:docMk/>
          <pc:sldMk cId="2965313936" sldId="352"/>
        </pc:sldMkLst>
        <pc:spChg chg="mod">
          <ac:chgData name="Cooper Wolf" userId="c8315c998c98f914" providerId="Windows Live" clId="Web-{88C4856B-0764-2C86-8595-2FE08B456E0D}" dt="2025-03-16T19:27:18.947" v="279" actId="20577"/>
          <ac:spMkLst>
            <pc:docMk/>
            <pc:sldMk cId="2965313936" sldId="352"/>
            <ac:spMk id="3" creationId="{00000000-0000-0000-0000-000000000000}"/>
          </ac:spMkLst>
        </pc:spChg>
      </pc:sldChg>
      <pc:sldChg chg="modSp">
        <pc:chgData name="Cooper Wolf" userId="c8315c998c98f914" providerId="Windows Live" clId="Web-{88C4856B-0764-2C86-8595-2FE08B456E0D}" dt="2025-03-16T18:45:53.312" v="218" actId="20577"/>
        <pc:sldMkLst>
          <pc:docMk/>
          <pc:sldMk cId="3239516984" sldId="365"/>
        </pc:sldMkLst>
        <pc:spChg chg="mod">
          <ac:chgData name="Cooper Wolf" userId="c8315c998c98f914" providerId="Windows Live" clId="Web-{88C4856B-0764-2C86-8595-2FE08B456E0D}" dt="2025-03-16T18:45:53.312" v="218" actId="20577"/>
          <ac:spMkLst>
            <pc:docMk/>
            <pc:sldMk cId="3239516984" sldId="365"/>
            <ac:spMk id="3" creationId="{CB067B58-C415-C3E5-7618-2E3C6AEA4FBB}"/>
          </ac:spMkLst>
        </pc:spChg>
      </pc:sldChg>
    </pc:docChg>
  </pc:docChgLst>
  <pc:docChgLst>
    <pc:chgData name="Guest User" providerId="Windows Live" clId="Web-{C584BF02-91DA-30F1-AAC5-2E69AB0D6C71}"/>
    <pc:docChg chg="modSld">
      <pc:chgData name="Guest User" userId="" providerId="Windows Live" clId="Web-{C584BF02-91DA-30F1-AAC5-2E69AB0D6C71}" dt="2025-02-28T15:30:45.083" v="0" actId="20577"/>
      <pc:docMkLst>
        <pc:docMk/>
      </pc:docMkLst>
      <pc:sldChg chg="modSp">
        <pc:chgData name="Guest User" userId="" providerId="Windows Live" clId="Web-{C584BF02-91DA-30F1-AAC5-2E69AB0D6C71}" dt="2025-02-28T15:30:45.083" v="0" actId="20577"/>
        <pc:sldMkLst>
          <pc:docMk/>
          <pc:sldMk cId="379937983" sldId="354"/>
        </pc:sldMkLst>
      </pc:sldChg>
    </pc:docChg>
  </pc:docChgLst>
  <pc:docChgLst>
    <pc:chgData name="Cooper Wolf" userId="c8315c998c98f914" providerId="Windows Live" clId="Web-{903A6027-C0B7-2E06-62C3-A16BCA9CD732}"/>
    <pc:docChg chg="modSld">
      <pc:chgData name="Cooper Wolf" userId="c8315c998c98f914" providerId="Windows Live" clId="Web-{903A6027-C0B7-2E06-62C3-A16BCA9CD732}" dt="2025-03-10T20:22:39.596" v="507" actId="20577"/>
      <pc:docMkLst>
        <pc:docMk/>
      </pc:docMkLst>
      <pc:sldChg chg="modSp">
        <pc:chgData name="Cooper Wolf" userId="c8315c998c98f914" providerId="Windows Live" clId="Web-{903A6027-C0B7-2E06-62C3-A16BCA9CD732}" dt="2025-03-10T19:56:45.096" v="257" actId="20577"/>
        <pc:sldMkLst>
          <pc:docMk/>
          <pc:sldMk cId="3041322731" sldId="269"/>
        </pc:sldMkLst>
        <pc:spChg chg="mod">
          <ac:chgData name="Cooper Wolf" userId="c8315c998c98f914" providerId="Windows Live" clId="Web-{903A6027-C0B7-2E06-62C3-A16BCA9CD732}" dt="2025-03-10T19:56:45.096" v="257" actId="20577"/>
          <ac:spMkLst>
            <pc:docMk/>
            <pc:sldMk cId="3041322731" sldId="269"/>
            <ac:spMk id="2" creationId="{37A67985-1256-D1C0-F330-3FE951D3CD4F}"/>
          </ac:spMkLst>
        </pc:spChg>
      </pc:sldChg>
      <pc:sldChg chg="modSp">
        <pc:chgData name="Cooper Wolf" userId="c8315c998c98f914" providerId="Windows Live" clId="Web-{903A6027-C0B7-2E06-62C3-A16BCA9CD732}" dt="2025-03-10T19:51:30.349" v="88" actId="20577"/>
        <pc:sldMkLst>
          <pc:docMk/>
          <pc:sldMk cId="3714209025" sldId="312"/>
        </pc:sldMkLst>
        <pc:spChg chg="mod">
          <ac:chgData name="Cooper Wolf" userId="c8315c998c98f914" providerId="Windows Live" clId="Web-{903A6027-C0B7-2E06-62C3-A16BCA9CD732}" dt="2025-03-10T19:51:30.349" v="88" actId="20577"/>
          <ac:spMkLst>
            <pc:docMk/>
            <pc:sldMk cId="3714209025" sldId="312"/>
            <ac:spMk id="3" creationId="{00000000-0000-0000-0000-000000000000}"/>
          </ac:spMkLst>
        </pc:spChg>
      </pc:sldChg>
      <pc:sldChg chg="modSp">
        <pc:chgData name="Cooper Wolf" userId="c8315c998c98f914" providerId="Windows Live" clId="Web-{903A6027-C0B7-2E06-62C3-A16BCA9CD732}" dt="2025-03-10T19:54:10.058" v="194" actId="20577"/>
        <pc:sldMkLst>
          <pc:docMk/>
          <pc:sldMk cId="4096569018" sldId="314"/>
        </pc:sldMkLst>
        <pc:spChg chg="mod">
          <ac:chgData name="Cooper Wolf" userId="c8315c998c98f914" providerId="Windows Live" clId="Web-{903A6027-C0B7-2E06-62C3-A16BCA9CD732}" dt="2025-03-10T19:54:10.058" v="194" actId="20577"/>
          <ac:spMkLst>
            <pc:docMk/>
            <pc:sldMk cId="4096569018" sldId="314"/>
            <ac:spMk id="3" creationId="{00000000-0000-0000-0000-000000000000}"/>
          </ac:spMkLst>
        </pc:spChg>
      </pc:sldChg>
      <pc:sldChg chg="modSp">
        <pc:chgData name="Cooper Wolf" userId="c8315c998c98f914" providerId="Windows Live" clId="Web-{903A6027-C0B7-2E06-62C3-A16BCA9CD732}" dt="2025-03-10T20:06:54.105" v="399" actId="20577"/>
        <pc:sldMkLst>
          <pc:docMk/>
          <pc:sldMk cId="35394364" sldId="316"/>
        </pc:sldMkLst>
        <pc:spChg chg="mod">
          <ac:chgData name="Cooper Wolf" userId="c8315c998c98f914" providerId="Windows Live" clId="Web-{903A6027-C0B7-2E06-62C3-A16BCA9CD732}" dt="2025-03-10T20:06:54.105" v="399" actId="20577"/>
          <ac:spMkLst>
            <pc:docMk/>
            <pc:sldMk cId="35394364" sldId="316"/>
            <ac:spMk id="3" creationId="{00000000-0000-0000-0000-000000000000}"/>
          </ac:spMkLst>
        </pc:spChg>
      </pc:sldChg>
      <pc:sldChg chg="modSp">
        <pc:chgData name="Cooper Wolf" userId="c8315c998c98f914" providerId="Windows Live" clId="Web-{903A6027-C0B7-2E06-62C3-A16BCA9CD732}" dt="2025-03-10T20:13:07.542" v="400" actId="20577"/>
        <pc:sldMkLst>
          <pc:docMk/>
          <pc:sldMk cId="2497830994" sldId="317"/>
        </pc:sldMkLst>
        <pc:spChg chg="mod">
          <ac:chgData name="Cooper Wolf" userId="c8315c998c98f914" providerId="Windows Live" clId="Web-{903A6027-C0B7-2E06-62C3-A16BCA9CD732}" dt="2025-03-10T20:13:07.542" v="400" actId="20577"/>
          <ac:spMkLst>
            <pc:docMk/>
            <pc:sldMk cId="2497830994" sldId="317"/>
            <ac:spMk id="3" creationId="{00000000-0000-0000-0000-000000000000}"/>
          </ac:spMkLst>
        </pc:spChg>
      </pc:sldChg>
      <pc:sldChg chg="addSp modSp">
        <pc:chgData name="Cooper Wolf" userId="c8315c998c98f914" providerId="Windows Live" clId="Web-{903A6027-C0B7-2E06-62C3-A16BCA9CD732}" dt="2025-03-10T20:20:48.576" v="501" actId="14100"/>
        <pc:sldMkLst>
          <pc:docMk/>
          <pc:sldMk cId="3498390722" sldId="340"/>
        </pc:sldMkLst>
        <pc:spChg chg="add mod">
          <ac:chgData name="Cooper Wolf" userId="c8315c998c98f914" providerId="Windows Live" clId="Web-{903A6027-C0B7-2E06-62C3-A16BCA9CD732}" dt="2025-03-10T20:20:30.419" v="499" actId="20577"/>
          <ac:spMkLst>
            <pc:docMk/>
            <pc:sldMk cId="3498390722" sldId="340"/>
            <ac:spMk id="2" creationId="{9FC20537-4244-C77A-65CA-3FC5C33854F5}"/>
          </ac:spMkLst>
        </pc:spChg>
        <pc:spChg chg="add mod">
          <ac:chgData name="Cooper Wolf" userId="c8315c998c98f914" providerId="Windows Live" clId="Web-{903A6027-C0B7-2E06-62C3-A16BCA9CD732}" dt="2025-03-10T20:20:17.216" v="498" actId="20577"/>
          <ac:spMkLst>
            <pc:docMk/>
            <pc:sldMk cId="3498390722" sldId="340"/>
            <ac:spMk id="3" creationId="{41453928-46D5-4F7F-B417-BC1CED877001}"/>
          </ac:spMkLst>
        </pc:spChg>
        <pc:spChg chg="mod">
          <ac:chgData name="Cooper Wolf" userId="c8315c998c98f914" providerId="Windows Live" clId="Web-{903A6027-C0B7-2E06-62C3-A16BCA9CD732}" dt="2025-03-10T20:20:38.123" v="500" actId="14100"/>
          <ac:spMkLst>
            <pc:docMk/>
            <pc:sldMk cId="3498390722" sldId="340"/>
            <ac:spMk id="5" creationId="{00000000-0000-0000-0000-000000000000}"/>
          </ac:spMkLst>
        </pc:spChg>
        <pc:spChg chg="mod">
          <ac:chgData name="Cooper Wolf" userId="c8315c998c98f914" providerId="Windows Live" clId="Web-{903A6027-C0B7-2E06-62C3-A16BCA9CD732}" dt="2025-03-10T20:20:48.576" v="501" actId="14100"/>
          <ac:spMkLst>
            <pc:docMk/>
            <pc:sldMk cId="3498390722" sldId="340"/>
            <ac:spMk id="6" creationId="{00000000-0000-0000-0000-000000000000}"/>
          </ac:spMkLst>
        </pc:spChg>
      </pc:sldChg>
      <pc:sldChg chg="modSp">
        <pc:chgData name="Cooper Wolf" userId="c8315c998c98f914" providerId="Windows Live" clId="Web-{903A6027-C0B7-2E06-62C3-A16BCA9CD732}" dt="2025-03-10T20:22:39.596" v="507" actId="20577"/>
        <pc:sldMkLst>
          <pc:docMk/>
          <pc:sldMk cId="3686292652" sldId="341"/>
        </pc:sldMkLst>
        <pc:spChg chg="mod">
          <ac:chgData name="Cooper Wolf" userId="c8315c998c98f914" providerId="Windows Live" clId="Web-{903A6027-C0B7-2E06-62C3-A16BCA9CD732}" dt="2025-03-10T20:22:14.502" v="505" actId="20577"/>
          <ac:spMkLst>
            <pc:docMk/>
            <pc:sldMk cId="3686292652" sldId="341"/>
            <ac:spMk id="5" creationId="{00000000-0000-0000-0000-000000000000}"/>
          </ac:spMkLst>
        </pc:spChg>
        <pc:spChg chg="mod">
          <ac:chgData name="Cooper Wolf" userId="c8315c998c98f914" providerId="Windows Live" clId="Web-{903A6027-C0B7-2E06-62C3-A16BCA9CD732}" dt="2025-03-10T20:22:39.596" v="507" actId="20577"/>
          <ac:spMkLst>
            <pc:docMk/>
            <pc:sldMk cId="3686292652" sldId="341"/>
            <ac:spMk id="6" creationId="{00000000-0000-0000-0000-000000000000}"/>
          </ac:spMkLst>
        </pc:spChg>
      </pc:sldChg>
      <pc:sldChg chg="modSp">
        <pc:chgData name="Cooper Wolf" userId="c8315c998c98f914" providerId="Windows Live" clId="Web-{903A6027-C0B7-2E06-62C3-A16BCA9CD732}" dt="2025-03-10T19:57:34.504" v="267" actId="1076"/>
        <pc:sldMkLst>
          <pc:docMk/>
          <pc:sldMk cId="3473180127" sldId="363"/>
        </pc:sldMkLst>
        <pc:spChg chg="mod">
          <ac:chgData name="Cooper Wolf" userId="c8315c998c98f914" providerId="Windows Live" clId="Web-{903A6027-C0B7-2E06-62C3-A16BCA9CD732}" dt="2025-03-10T19:57:34.504" v="267" actId="1076"/>
          <ac:spMkLst>
            <pc:docMk/>
            <pc:sldMk cId="3473180127" sldId="363"/>
            <ac:spMk id="3" creationId="{C806BABF-7BC9-E4E8-323C-32ACE9D13C65}"/>
          </ac:spMkLst>
        </pc:spChg>
      </pc:sldChg>
      <pc:sldChg chg="modSp">
        <pc:chgData name="Cooper Wolf" userId="c8315c998c98f914" providerId="Windows Live" clId="Web-{903A6027-C0B7-2E06-62C3-A16BCA9CD732}" dt="2025-03-10T19:55:35.124" v="252" actId="20577"/>
        <pc:sldMkLst>
          <pc:docMk/>
          <pc:sldMk cId="3239516984" sldId="365"/>
        </pc:sldMkLst>
        <pc:spChg chg="mod">
          <ac:chgData name="Cooper Wolf" userId="c8315c998c98f914" providerId="Windows Live" clId="Web-{903A6027-C0B7-2E06-62C3-A16BCA9CD732}" dt="2025-03-10T19:55:35.124" v="252" actId="20577"/>
          <ac:spMkLst>
            <pc:docMk/>
            <pc:sldMk cId="3239516984" sldId="365"/>
            <ac:spMk id="3" creationId="{CB067B58-C415-C3E5-7618-2E3C6AEA4FBB}"/>
          </ac:spMkLst>
        </pc:spChg>
      </pc:sldChg>
    </pc:docChg>
  </pc:docChgLst>
  <pc:docChgLst>
    <pc:chgData name="Jon Scales" userId="47be52a2c6b5a1e9" providerId="Windows Live" clId="Web-{EC992564-07CD-4961-B94A-94BE7FAF3A46}"/>
    <pc:docChg chg="delSld modSld">
      <pc:chgData name="Jon Scales" userId="47be52a2c6b5a1e9" providerId="Windows Live" clId="Web-{EC992564-07CD-4961-B94A-94BE7FAF3A46}" dt="2025-03-27T16:24:28.069" v="79"/>
      <pc:docMkLst>
        <pc:docMk/>
      </pc:docMkLst>
      <pc:sldChg chg="addSp modSp mod modClrScheme chgLayout">
        <pc:chgData name="Jon Scales" userId="47be52a2c6b5a1e9" providerId="Windows Live" clId="Web-{EC992564-07CD-4961-B94A-94BE7FAF3A46}" dt="2025-03-27T16:24:22.491" v="78" actId="20577"/>
        <pc:sldMkLst>
          <pc:docMk/>
          <pc:sldMk cId="2290001790" sldId="350"/>
        </pc:sldMkLst>
        <pc:spChg chg="mod ord">
          <ac:chgData name="Jon Scales" userId="47be52a2c6b5a1e9" providerId="Windows Live" clId="Web-{EC992564-07CD-4961-B94A-94BE7FAF3A46}" dt="2025-03-27T16:20:41.635" v="26" actId="1076"/>
          <ac:spMkLst>
            <pc:docMk/>
            <pc:sldMk cId="2290001790" sldId="350"/>
            <ac:spMk id="2" creationId="{00000000-0000-0000-0000-000000000000}"/>
          </ac:spMkLst>
        </pc:spChg>
        <pc:spChg chg="mod ord">
          <ac:chgData name="Jon Scales" userId="47be52a2c6b5a1e9" providerId="Windows Live" clId="Web-{EC992564-07CD-4961-B94A-94BE7FAF3A46}" dt="2025-03-27T16:22:04.165" v="48" actId="1076"/>
          <ac:spMkLst>
            <pc:docMk/>
            <pc:sldMk cId="2290001790" sldId="350"/>
            <ac:spMk id="3" creationId="{00000000-0000-0000-0000-000000000000}"/>
          </ac:spMkLst>
        </pc:spChg>
        <pc:spChg chg="add mod ord">
          <ac:chgData name="Jon Scales" userId="47be52a2c6b5a1e9" providerId="Windows Live" clId="Web-{EC992564-07CD-4961-B94A-94BE7FAF3A46}" dt="2025-03-27T16:22:04.180" v="49" actId="1076"/>
          <ac:spMkLst>
            <pc:docMk/>
            <pc:sldMk cId="2290001790" sldId="350"/>
            <ac:spMk id="4" creationId="{CC8FD5C3-01C5-B1C6-0E8F-341CB484FA2A}"/>
          </ac:spMkLst>
        </pc:spChg>
        <pc:spChg chg="add mod ord">
          <ac:chgData name="Jon Scales" userId="47be52a2c6b5a1e9" providerId="Windows Live" clId="Web-{EC992564-07CD-4961-B94A-94BE7FAF3A46}" dt="2025-03-27T16:22:04.180" v="50" actId="1076"/>
          <ac:spMkLst>
            <pc:docMk/>
            <pc:sldMk cId="2290001790" sldId="350"/>
            <ac:spMk id="5" creationId="{8A7F5047-EED4-F54F-9B32-EF85989FEFEB}"/>
          </ac:spMkLst>
        </pc:spChg>
        <pc:spChg chg="add mod ord">
          <ac:chgData name="Jon Scales" userId="47be52a2c6b5a1e9" providerId="Windows Live" clId="Web-{EC992564-07CD-4961-B94A-94BE7FAF3A46}" dt="2025-03-27T16:23:31.945" v="69" actId="20577"/>
          <ac:spMkLst>
            <pc:docMk/>
            <pc:sldMk cId="2290001790" sldId="350"/>
            <ac:spMk id="6" creationId="{4DA19D34-4737-BEC8-3BFE-986193876E26}"/>
          </ac:spMkLst>
        </pc:spChg>
        <pc:spChg chg="add mod ord">
          <ac:chgData name="Jon Scales" userId="47be52a2c6b5a1e9" providerId="Windows Live" clId="Web-{EC992564-07CD-4961-B94A-94BE7FAF3A46}" dt="2025-03-27T16:24:22.491" v="78" actId="20577"/>
          <ac:spMkLst>
            <pc:docMk/>
            <pc:sldMk cId="2290001790" sldId="350"/>
            <ac:spMk id="7" creationId="{41A0AE29-2B5D-CD4E-AA56-9CBA3DBDF5E4}"/>
          </ac:spMkLst>
        </pc:spChg>
        <pc:spChg chg="add mod ord">
          <ac:chgData name="Jon Scales" userId="47be52a2c6b5a1e9" providerId="Windows Live" clId="Web-{EC992564-07CD-4961-B94A-94BE7FAF3A46}" dt="2025-03-27T16:23:53.304" v="73" actId="20577"/>
          <ac:spMkLst>
            <pc:docMk/>
            <pc:sldMk cId="2290001790" sldId="350"/>
            <ac:spMk id="8" creationId="{4C6EA1A4-1CEA-8FD7-9D23-A35C6C920B4B}"/>
          </ac:spMkLst>
        </pc:spChg>
      </pc:sldChg>
      <pc:sldChg chg="modSp del">
        <pc:chgData name="Jon Scales" userId="47be52a2c6b5a1e9" providerId="Windows Live" clId="Web-{EC992564-07CD-4961-B94A-94BE7FAF3A46}" dt="2025-03-27T16:21:38.946" v="40"/>
        <pc:sldMkLst>
          <pc:docMk/>
          <pc:sldMk cId="2787314648" sldId="351"/>
        </pc:sldMkLst>
        <pc:spChg chg="mod">
          <ac:chgData name="Jon Scales" userId="47be52a2c6b5a1e9" providerId="Windows Live" clId="Web-{EC992564-07CD-4961-B94A-94BE7FAF3A46}" dt="2025-03-27T16:21:31.290" v="35" actId="20577"/>
          <ac:spMkLst>
            <pc:docMk/>
            <pc:sldMk cId="2787314648" sldId="351"/>
            <ac:spMk id="3" creationId="{00000000-0000-0000-0000-000000000000}"/>
          </ac:spMkLst>
        </pc:spChg>
      </pc:sldChg>
      <pc:sldChg chg="addSp delSp modSp del">
        <pc:chgData name="Jon Scales" userId="47be52a2c6b5a1e9" providerId="Windows Live" clId="Web-{EC992564-07CD-4961-B94A-94BE7FAF3A46}" dt="2025-03-27T16:24:28.069" v="79"/>
        <pc:sldMkLst>
          <pc:docMk/>
          <pc:sldMk cId="2965313936" sldId="352"/>
        </pc:sldMkLst>
        <pc:picChg chg="add del mod">
          <ac:chgData name="Jon Scales" userId="47be52a2c6b5a1e9" providerId="Windows Live" clId="Web-{EC992564-07CD-4961-B94A-94BE7FAF3A46}" dt="2025-03-27T16:19:10.729" v="2"/>
          <ac:picMkLst>
            <pc:docMk/>
            <pc:sldMk cId="2965313936" sldId="352"/>
            <ac:picMk id="4" creationId="{34B3ED5C-9C31-83DD-65BD-1855D4FE2632}"/>
          </ac:picMkLst>
        </pc:picChg>
        <pc:picChg chg="add del mod">
          <ac:chgData name="Jon Scales" userId="47be52a2c6b5a1e9" providerId="Windows Live" clId="Web-{EC992564-07CD-4961-B94A-94BE7FAF3A46}" dt="2025-03-27T16:19:33.932" v="5"/>
          <ac:picMkLst>
            <pc:docMk/>
            <pc:sldMk cId="2965313936" sldId="352"/>
            <ac:picMk id="5" creationId="{754369B7-C68A-AAA3-0B86-50C6FA1894F5}"/>
          </ac:picMkLst>
        </pc:picChg>
      </pc:sldChg>
    </pc:docChg>
  </pc:docChgLst>
  <pc:docChgLst>
    <pc:chgData name="Jon Scales" userId="47be52a2c6b5a1e9" providerId="Windows Live" clId="Web-{978CFCED-D512-446A-AA60-115DB05A2BD2}"/>
    <pc:docChg chg="modSld">
      <pc:chgData name="Jon Scales" userId="47be52a2c6b5a1e9" providerId="Windows Live" clId="Web-{978CFCED-D512-446A-AA60-115DB05A2BD2}" dt="2025-03-27T05:04:33.137" v="53" actId="20577"/>
      <pc:docMkLst>
        <pc:docMk/>
      </pc:docMkLst>
      <pc:sldChg chg="modSp">
        <pc:chgData name="Jon Scales" userId="47be52a2c6b5a1e9" providerId="Windows Live" clId="Web-{978CFCED-D512-446A-AA60-115DB05A2BD2}" dt="2025-03-27T04:44:06.035" v="23" actId="20577"/>
        <pc:sldMkLst>
          <pc:docMk/>
          <pc:sldMk cId="3498390722" sldId="340"/>
        </pc:sldMkLst>
        <pc:spChg chg="mod">
          <ac:chgData name="Jon Scales" userId="47be52a2c6b5a1e9" providerId="Windows Live" clId="Web-{978CFCED-D512-446A-AA60-115DB05A2BD2}" dt="2025-03-27T04:44:06.035" v="23" actId="20577"/>
          <ac:spMkLst>
            <pc:docMk/>
            <pc:sldMk cId="3498390722" sldId="340"/>
            <ac:spMk id="6" creationId="{00000000-0000-0000-0000-000000000000}"/>
          </ac:spMkLst>
        </pc:spChg>
      </pc:sldChg>
      <pc:sldChg chg="addSp delSp modSp">
        <pc:chgData name="Jon Scales" userId="47be52a2c6b5a1e9" providerId="Windows Live" clId="Web-{978CFCED-D512-446A-AA60-115DB05A2BD2}" dt="2025-03-27T04:53:24.820" v="40" actId="1076"/>
        <pc:sldMkLst>
          <pc:docMk/>
          <pc:sldMk cId="3485708109" sldId="344"/>
        </pc:sldMkLst>
        <pc:picChg chg="del">
          <ac:chgData name="Jon Scales" userId="47be52a2c6b5a1e9" providerId="Windows Live" clId="Web-{978CFCED-D512-446A-AA60-115DB05A2BD2}" dt="2025-03-27T04:53:19.289" v="38"/>
          <ac:picMkLst>
            <pc:docMk/>
            <pc:sldMk cId="3485708109" sldId="344"/>
            <ac:picMk id="2" creationId="{3668C859-2C54-D7A9-8A29-EA8638D09981}"/>
          </ac:picMkLst>
        </pc:picChg>
        <pc:picChg chg="add mod">
          <ac:chgData name="Jon Scales" userId="47be52a2c6b5a1e9" providerId="Windows Live" clId="Web-{978CFCED-D512-446A-AA60-115DB05A2BD2}" dt="2025-03-27T04:53:24.820" v="40" actId="1076"/>
          <ac:picMkLst>
            <pc:docMk/>
            <pc:sldMk cId="3485708109" sldId="344"/>
            <ac:picMk id="3" creationId="{2D84CA80-6B82-6BCF-988C-1932771502AF}"/>
          </ac:picMkLst>
        </pc:picChg>
      </pc:sldChg>
      <pc:sldChg chg="modSp">
        <pc:chgData name="Jon Scales" userId="47be52a2c6b5a1e9" providerId="Windows Live" clId="Web-{978CFCED-D512-446A-AA60-115DB05A2BD2}" dt="2025-03-27T05:04:33.137" v="53" actId="20577"/>
        <pc:sldMkLst>
          <pc:docMk/>
          <pc:sldMk cId="2787314648" sldId="351"/>
        </pc:sldMkLst>
        <pc:spChg chg="mod">
          <ac:chgData name="Jon Scales" userId="47be52a2c6b5a1e9" providerId="Windows Live" clId="Web-{978CFCED-D512-446A-AA60-115DB05A2BD2}" dt="2025-03-27T05:04:33.137" v="53" actId="20577"/>
          <ac:spMkLst>
            <pc:docMk/>
            <pc:sldMk cId="2787314648" sldId="351"/>
            <ac:spMk id="3" creationId="{00000000-0000-0000-0000-000000000000}"/>
          </ac:spMkLst>
        </pc:spChg>
      </pc:sldChg>
      <pc:sldChg chg="modSp">
        <pc:chgData name="Jon Scales" userId="47be52a2c6b5a1e9" providerId="Windows Live" clId="Web-{978CFCED-D512-446A-AA60-115DB05A2BD2}" dt="2025-03-27T04:48:11.724" v="32" actId="20577"/>
        <pc:sldMkLst>
          <pc:docMk/>
          <pc:sldMk cId="4071547939" sldId="361"/>
        </pc:sldMkLst>
        <pc:spChg chg="mod">
          <ac:chgData name="Jon Scales" userId="47be52a2c6b5a1e9" providerId="Windows Live" clId="Web-{978CFCED-D512-446A-AA60-115DB05A2BD2}" dt="2025-03-27T04:48:11.724" v="32" actId="20577"/>
          <ac:spMkLst>
            <pc:docMk/>
            <pc:sldMk cId="4071547939" sldId="361"/>
            <ac:spMk id="2" creationId="{00000000-0000-0000-0000-000000000000}"/>
          </ac:spMkLst>
        </pc:spChg>
      </pc:sldChg>
      <pc:sldChg chg="addSp delSp modSp">
        <pc:chgData name="Jon Scales" userId="47be52a2c6b5a1e9" providerId="Windows Live" clId="Web-{978CFCED-D512-446A-AA60-115DB05A2BD2}" dt="2025-03-27T04:52:49.836" v="37" actId="1076"/>
        <pc:sldMkLst>
          <pc:docMk/>
          <pc:sldMk cId="2007751473" sldId="371"/>
        </pc:sldMkLst>
        <pc:picChg chg="add mod">
          <ac:chgData name="Jon Scales" userId="47be52a2c6b5a1e9" providerId="Windows Live" clId="Web-{978CFCED-D512-446A-AA60-115DB05A2BD2}" dt="2025-03-27T04:52:49.836" v="37" actId="1076"/>
          <ac:picMkLst>
            <pc:docMk/>
            <pc:sldMk cId="2007751473" sldId="371"/>
            <ac:picMk id="3" creationId="{2FD43CAC-537F-A076-8CAE-087706B8EA7C}"/>
          </ac:picMkLst>
        </pc:picChg>
        <pc:picChg chg="del">
          <ac:chgData name="Jon Scales" userId="47be52a2c6b5a1e9" providerId="Windows Live" clId="Web-{978CFCED-D512-446A-AA60-115DB05A2BD2}" dt="2025-03-27T04:52:33.382" v="33"/>
          <ac:picMkLst>
            <pc:docMk/>
            <pc:sldMk cId="2007751473" sldId="371"/>
            <ac:picMk id="12" creationId="{C757B40C-4E28-4571-E87F-11FCCA0ADBA9}"/>
          </ac:picMkLst>
        </pc:picChg>
      </pc:sldChg>
      <pc:sldChg chg="addSp delSp modSp">
        <pc:chgData name="Jon Scales" userId="47be52a2c6b5a1e9" providerId="Windows Live" clId="Web-{978CFCED-D512-446A-AA60-115DB05A2BD2}" dt="2025-03-27T04:54:28.602" v="44" actId="14100"/>
        <pc:sldMkLst>
          <pc:docMk/>
          <pc:sldMk cId="575253321" sldId="372"/>
        </pc:sldMkLst>
        <pc:picChg chg="del">
          <ac:chgData name="Jon Scales" userId="47be52a2c6b5a1e9" providerId="Windows Live" clId="Web-{978CFCED-D512-446A-AA60-115DB05A2BD2}" dt="2025-03-27T04:53:37.570" v="41"/>
          <ac:picMkLst>
            <pc:docMk/>
            <pc:sldMk cId="575253321" sldId="372"/>
            <ac:picMk id="3" creationId="{A9A9F0AD-6675-4C25-941C-A7CDC80D5CF3}"/>
          </ac:picMkLst>
        </pc:picChg>
        <pc:picChg chg="add mod">
          <ac:chgData name="Jon Scales" userId="47be52a2c6b5a1e9" providerId="Windows Live" clId="Web-{978CFCED-D512-446A-AA60-115DB05A2BD2}" dt="2025-03-27T04:54:28.602" v="44" actId="14100"/>
          <ac:picMkLst>
            <pc:docMk/>
            <pc:sldMk cId="575253321" sldId="372"/>
            <ac:picMk id="4" creationId="{FE130FFD-A453-00B1-A105-147F5F5F72BA}"/>
          </ac:picMkLst>
        </pc:picChg>
      </pc:sldChg>
    </pc:docChg>
  </pc:docChgLst>
  <pc:docChgLst>
    <pc:chgData name="Jon Scales" userId="47be52a2c6b5a1e9" providerId="Windows Live" clId="Web-{8AD39BEE-C742-47BA-8BAB-BDB26CD7A536}"/>
    <pc:docChg chg="addSld modSld">
      <pc:chgData name="Jon Scales" userId="47be52a2c6b5a1e9" providerId="Windows Live" clId="Web-{8AD39BEE-C742-47BA-8BAB-BDB26CD7A536}" dt="2025-03-17T02:27:20.903" v="53" actId="1076"/>
      <pc:docMkLst>
        <pc:docMk/>
      </pc:docMkLst>
      <pc:sldChg chg="modSp">
        <pc:chgData name="Jon Scales" userId="47be52a2c6b5a1e9" providerId="Windows Live" clId="Web-{8AD39BEE-C742-47BA-8BAB-BDB26CD7A536}" dt="2025-03-17T01:59:02.578" v="12"/>
        <pc:sldMkLst>
          <pc:docMk/>
          <pc:sldMk cId="3686292652" sldId="341"/>
        </pc:sldMkLst>
        <pc:spChg chg="mod">
          <ac:chgData name="Jon Scales" userId="47be52a2c6b5a1e9" providerId="Windows Live" clId="Web-{8AD39BEE-C742-47BA-8BAB-BDB26CD7A536}" dt="2025-03-17T01:58:49.672" v="11" actId="20577"/>
          <ac:spMkLst>
            <pc:docMk/>
            <pc:sldMk cId="3686292652" sldId="341"/>
            <ac:spMk id="5" creationId="{00000000-0000-0000-0000-000000000000}"/>
          </ac:spMkLst>
        </pc:spChg>
        <pc:spChg chg="mod">
          <ac:chgData name="Jon Scales" userId="47be52a2c6b5a1e9" providerId="Windows Live" clId="Web-{8AD39BEE-C742-47BA-8BAB-BDB26CD7A536}" dt="2025-03-17T01:59:02.578" v="12"/>
          <ac:spMkLst>
            <pc:docMk/>
            <pc:sldMk cId="3686292652" sldId="341"/>
            <ac:spMk id="6" creationId="{00000000-0000-0000-0000-000000000000}"/>
          </ac:spMkLst>
        </pc:spChg>
      </pc:sldChg>
      <pc:sldChg chg="addSp delSp modSp">
        <pc:chgData name="Jon Scales" userId="47be52a2c6b5a1e9" providerId="Windows Live" clId="Web-{8AD39BEE-C742-47BA-8BAB-BDB26CD7A536}" dt="2025-03-17T02:17:04.649" v="31" actId="1076"/>
        <pc:sldMkLst>
          <pc:docMk/>
          <pc:sldMk cId="3485708109" sldId="344"/>
        </pc:sldMkLst>
      </pc:sldChg>
      <pc:sldChg chg="addSp delSp modSp">
        <pc:chgData name="Jon Scales" userId="47be52a2c6b5a1e9" providerId="Windows Live" clId="Web-{8AD39BEE-C742-47BA-8BAB-BDB26CD7A536}" dt="2025-03-17T02:14:48.617" v="27" actId="1076"/>
        <pc:sldMkLst>
          <pc:docMk/>
          <pc:sldMk cId="2007751473" sldId="371"/>
        </pc:sldMkLst>
        <pc:spChg chg="mod">
          <ac:chgData name="Jon Scales" userId="47be52a2c6b5a1e9" providerId="Windows Live" clId="Web-{8AD39BEE-C742-47BA-8BAB-BDB26CD7A536}" dt="2025-03-17T02:11:48.303" v="18" actId="1076"/>
          <ac:spMkLst>
            <pc:docMk/>
            <pc:sldMk cId="2007751473" sldId="371"/>
            <ac:spMk id="2" creationId="{33B8EA80-37DD-80A5-6C3A-C3EB4FB7DCC4}"/>
          </ac:spMkLst>
        </pc:spChg>
        <pc:spChg chg="mod">
          <ac:chgData name="Jon Scales" userId="47be52a2c6b5a1e9" providerId="Windows Live" clId="Web-{8AD39BEE-C742-47BA-8BAB-BDB26CD7A536}" dt="2025-03-17T02:14:48.617" v="27" actId="1076"/>
          <ac:spMkLst>
            <pc:docMk/>
            <pc:sldMk cId="2007751473" sldId="371"/>
            <ac:spMk id="13" creationId="{BBC55A9E-2188-6178-AAE0-FE0E5C625B44}"/>
          </ac:spMkLst>
        </pc:spChg>
      </pc:sldChg>
      <pc:sldChg chg="addSp modSp new">
        <pc:chgData name="Jon Scales" userId="47be52a2c6b5a1e9" providerId="Windows Live" clId="Web-{8AD39BEE-C742-47BA-8BAB-BDB26CD7A536}" dt="2025-03-17T02:27:20.903" v="53" actId="1076"/>
        <pc:sldMkLst>
          <pc:docMk/>
          <pc:sldMk cId="575253321" sldId="372"/>
        </pc:sldMkLst>
        <pc:spChg chg="mod">
          <ac:chgData name="Jon Scales" userId="47be52a2c6b5a1e9" providerId="Windows Live" clId="Web-{8AD39BEE-C742-47BA-8BAB-BDB26CD7A536}" dt="2025-03-17T02:27:20.903" v="53" actId="1076"/>
          <ac:spMkLst>
            <pc:docMk/>
            <pc:sldMk cId="575253321" sldId="372"/>
            <ac:spMk id="2" creationId="{88734012-7FD7-DF86-2B5A-90354F6B6ABF}"/>
          </ac:spMkLst>
        </pc:spChg>
      </pc:sldChg>
    </pc:docChg>
  </pc:docChgLst>
  <pc:docChgLst>
    <pc:chgData name="Cooper Wolf" userId="c8315c998c98f914" providerId="Windows Live" clId="Web-{1F05FED8-0EA7-A9FF-8347-DFEF7BFDE76B}"/>
    <pc:docChg chg="modSld">
      <pc:chgData name="Cooper Wolf" userId="c8315c998c98f914" providerId="Windows Live" clId="Web-{1F05FED8-0EA7-A9FF-8347-DFEF7BFDE76B}" dt="2025-03-01T20:03:32.724" v="4" actId="20577"/>
      <pc:docMkLst>
        <pc:docMk/>
      </pc:docMkLst>
      <pc:sldChg chg="modSp">
        <pc:chgData name="Cooper Wolf" userId="c8315c998c98f914" providerId="Windows Live" clId="Web-{1F05FED8-0EA7-A9FF-8347-DFEF7BFDE76B}" dt="2025-03-01T20:03:16.192" v="0" actId="20577"/>
        <pc:sldMkLst>
          <pc:docMk/>
          <pc:sldMk cId="4169630257" sldId="322"/>
        </pc:sldMkLst>
        <pc:spChg chg="mod">
          <ac:chgData name="Cooper Wolf" userId="c8315c998c98f914" providerId="Windows Live" clId="Web-{1F05FED8-0EA7-A9FF-8347-DFEF7BFDE76B}" dt="2025-03-01T20:03:16.192" v="0" actId="20577"/>
          <ac:spMkLst>
            <pc:docMk/>
            <pc:sldMk cId="4169630257" sldId="322"/>
            <ac:spMk id="6" creationId="{00000000-0000-0000-0000-000000000000}"/>
          </ac:spMkLst>
        </pc:spChg>
      </pc:sldChg>
      <pc:sldChg chg="modSp">
        <pc:chgData name="Cooper Wolf" userId="c8315c998c98f914" providerId="Windows Live" clId="Web-{1F05FED8-0EA7-A9FF-8347-DFEF7BFDE76B}" dt="2025-03-01T20:03:32.724" v="4" actId="20577"/>
        <pc:sldMkLst>
          <pc:docMk/>
          <pc:sldMk cId="3568682878" sldId="323"/>
        </pc:sldMkLst>
        <pc:spChg chg="mod">
          <ac:chgData name="Cooper Wolf" userId="c8315c998c98f914" providerId="Windows Live" clId="Web-{1F05FED8-0EA7-A9FF-8347-DFEF7BFDE76B}" dt="2025-03-01T20:03:32.724" v="4" actId="20577"/>
          <ac:spMkLst>
            <pc:docMk/>
            <pc:sldMk cId="3568682878" sldId="323"/>
            <ac:spMk id="6" creationId="{00000000-0000-0000-0000-000000000000}"/>
          </ac:spMkLst>
        </pc:spChg>
      </pc:sldChg>
      <pc:sldChg chg="modSp">
        <pc:chgData name="Cooper Wolf" userId="c8315c998c98f914" providerId="Windows Live" clId="Web-{1F05FED8-0EA7-A9FF-8347-DFEF7BFDE76B}" dt="2025-03-01T20:03:26.708" v="2" actId="20577"/>
        <pc:sldMkLst>
          <pc:docMk/>
          <pc:sldMk cId="4213291089" sldId="324"/>
        </pc:sldMkLst>
        <pc:spChg chg="mod">
          <ac:chgData name="Cooper Wolf" userId="c8315c998c98f914" providerId="Windows Live" clId="Web-{1F05FED8-0EA7-A9FF-8347-DFEF7BFDE76B}" dt="2025-03-01T20:03:26.708" v="2" actId="20577"/>
          <ac:spMkLst>
            <pc:docMk/>
            <pc:sldMk cId="4213291089" sldId="324"/>
            <ac:spMk id="6" creationId="{00000000-0000-0000-0000-000000000000}"/>
          </ac:spMkLst>
        </pc:spChg>
      </pc:sldChg>
    </pc:docChg>
  </pc:docChgLst>
  <pc:docChgLst>
    <pc:chgData name="Guest User" providerId="Windows Live" clId="Web-{554F510A-3AA1-441D-B353-5C6564EA33D5}"/>
    <pc:docChg chg="modSld">
      <pc:chgData name="Guest User" userId="" providerId="Windows Live" clId="Web-{554F510A-3AA1-441D-B353-5C6564EA33D5}" dt="2025-03-18T04:04:12.720" v="19" actId="1076"/>
      <pc:docMkLst>
        <pc:docMk/>
      </pc:docMkLst>
      <pc:sldChg chg="modSp">
        <pc:chgData name="Guest User" userId="" providerId="Windows Live" clId="Web-{554F510A-3AA1-441D-B353-5C6564EA33D5}" dt="2025-03-18T03:50:08.882" v="15" actId="1076"/>
        <pc:sldMkLst>
          <pc:docMk/>
          <pc:sldMk cId="1298920522" sldId="347"/>
        </pc:sldMkLst>
        <pc:picChg chg="mod ord">
          <ac:chgData name="Guest User" userId="" providerId="Windows Live" clId="Web-{554F510A-3AA1-441D-B353-5C6564EA33D5}" dt="2025-03-18T03:50:08.882" v="15" actId="1076"/>
          <ac:picMkLst>
            <pc:docMk/>
            <pc:sldMk cId="1298920522" sldId="347"/>
            <ac:picMk id="3" creationId="{A41343E6-534F-D84B-EE42-17A48C91AEDA}"/>
          </ac:picMkLst>
        </pc:picChg>
      </pc:sldChg>
      <pc:sldChg chg="modSp">
        <pc:chgData name="Guest User" userId="" providerId="Windows Live" clId="Web-{554F510A-3AA1-441D-B353-5C6564EA33D5}" dt="2025-03-18T04:04:12.720" v="19" actId="1076"/>
        <pc:sldMkLst>
          <pc:docMk/>
          <pc:sldMk cId="379937983" sldId="354"/>
        </pc:sldMkLst>
      </pc:sldChg>
      <pc:sldChg chg="modSp">
        <pc:chgData name="Guest User" userId="" providerId="Windows Live" clId="Web-{554F510A-3AA1-441D-B353-5C6564EA33D5}" dt="2025-03-18T03:46:20.064" v="10" actId="20577"/>
        <pc:sldMkLst>
          <pc:docMk/>
          <pc:sldMk cId="4251681936" sldId="360"/>
        </pc:sldMkLst>
        <pc:spChg chg="mod">
          <ac:chgData name="Guest User" userId="" providerId="Windows Live" clId="Web-{554F510A-3AA1-441D-B353-5C6564EA33D5}" dt="2025-03-18T03:46:20.064" v="10" actId="20577"/>
          <ac:spMkLst>
            <pc:docMk/>
            <pc:sldMk cId="4251681936" sldId="360"/>
            <ac:spMk id="2" creationId="{00000000-0000-0000-0000-000000000000}"/>
          </ac:spMkLst>
        </pc:spChg>
      </pc:sldChg>
    </pc:docChg>
  </pc:docChgLst>
  <pc:docChgLst>
    <pc:chgData name="Cooper Wolf" userId="c8315c998c98f914" providerId="Windows Live" clId="Web-{81E666A6-5C3F-0F13-8A71-DEE4B11BF426}"/>
    <pc:docChg chg="modSld">
      <pc:chgData name="Cooper Wolf" userId="c8315c998c98f914" providerId="Windows Live" clId="Web-{81E666A6-5C3F-0F13-8A71-DEE4B11BF426}" dt="2025-03-14T19:35:19.984" v="2" actId="20577"/>
      <pc:docMkLst>
        <pc:docMk/>
      </pc:docMkLst>
      <pc:sldChg chg="modSp">
        <pc:chgData name="Cooper Wolf" userId="c8315c998c98f914" providerId="Windows Live" clId="Web-{81E666A6-5C3F-0F13-8A71-DEE4B11BF426}" dt="2025-03-14T19:35:19.984" v="2" actId="20577"/>
        <pc:sldMkLst>
          <pc:docMk/>
          <pc:sldMk cId="3225734" sldId="333"/>
        </pc:sldMkLst>
        <pc:spChg chg="mod">
          <ac:chgData name="Cooper Wolf" userId="c8315c998c98f914" providerId="Windows Live" clId="Web-{81E666A6-5C3F-0F13-8A71-DEE4B11BF426}" dt="2025-03-14T19:35:19.984" v="2" actId="20577"/>
          <ac:spMkLst>
            <pc:docMk/>
            <pc:sldMk cId="3225734" sldId="333"/>
            <ac:spMk id="2" creationId="{00000000-0000-0000-0000-000000000000}"/>
          </ac:spMkLst>
        </pc:spChg>
      </pc:sldChg>
      <pc:sldChg chg="modSp">
        <pc:chgData name="Cooper Wolf" userId="c8315c998c98f914" providerId="Windows Live" clId="Web-{81E666A6-5C3F-0F13-8A71-DEE4B11BF426}" dt="2025-03-14T19:30:43.714" v="1" actId="1076"/>
        <pc:sldMkLst>
          <pc:docMk/>
          <pc:sldMk cId="3239516984" sldId="365"/>
        </pc:sldMkLst>
        <pc:spChg chg="mod">
          <ac:chgData name="Cooper Wolf" userId="c8315c998c98f914" providerId="Windows Live" clId="Web-{81E666A6-5C3F-0F13-8A71-DEE4B11BF426}" dt="2025-03-14T19:30:43.714" v="1" actId="1076"/>
          <ac:spMkLst>
            <pc:docMk/>
            <pc:sldMk cId="3239516984" sldId="365"/>
            <ac:spMk id="3" creationId="{CB067B58-C415-C3E5-7618-2E3C6AEA4FBB}"/>
          </ac:spMkLst>
        </pc:spChg>
      </pc:sldChg>
    </pc:docChg>
  </pc:docChgLst>
  <pc:docChgLst>
    <pc:chgData name="Cooper Wolf" userId="c8315c998c98f914" providerId="Windows Live" clId="Web-{8263E570-25FD-08CE-8CE4-CD841613A543}"/>
    <pc:docChg chg="modSld">
      <pc:chgData name="Cooper Wolf" userId="c8315c998c98f914" providerId="Windows Live" clId="Web-{8263E570-25FD-08CE-8CE4-CD841613A543}" dt="2025-03-03T19:41:06.053" v="160" actId="20577"/>
      <pc:docMkLst>
        <pc:docMk/>
      </pc:docMkLst>
      <pc:sldChg chg="modSp">
        <pc:chgData name="Cooper Wolf" userId="c8315c998c98f914" providerId="Windows Live" clId="Web-{8263E570-25FD-08CE-8CE4-CD841613A543}" dt="2025-03-03T19:39:03.997" v="72" actId="20577"/>
        <pc:sldMkLst>
          <pc:docMk/>
          <pc:sldMk cId="1225833946" sldId="302"/>
        </pc:sldMkLst>
        <pc:spChg chg="mod">
          <ac:chgData name="Cooper Wolf" userId="c8315c998c98f914" providerId="Windows Live" clId="Web-{8263E570-25FD-08CE-8CE4-CD841613A543}" dt="2025-03-03T19:39:03.997" v="72" actId="20577"/>
          <ac:spMkLst>
            <pc:docMk/>
            <pc:sldMk cId="1225833946" sldId="302"/>
            <ac:spMk id="2" creationId="{AE8BF150-0725-292F-272C-2902C509A4F5}"/>
          </ac:spMkLst>
        </pc:spChg>
        <pc:spChg chg="mod">
          <ac:chgData name="Cooper Wolf" userId="c8315c998c98f914" providerId="Windows Live" clId="Web-{8263E570-25FD-08CE-8CE4-CD841613A543}" dt="2025-03-03T19:37:50.726" v="18" actId="20577"/>
          <ac:spMkLst>
            <pc:docMk/>
            <pc:sldMk cId="1225833946" sldId="302"/>
            <ac:spMk id="6" creationId="{00000000-0000-0000-0000-000000000000}"/>
          </ac:spMkLst>
        </pc:spChg>
      </pc:sldChg>
      <pc:sldChg chg="modSp">
        <pc:chgData name="Cooper Wolf" userId="c8315c998c98f914" providerId="Windows Live" clId="Web-{8263E570-25FD-08CE-8CE4-CD841613A543}" dt="2025-03-03T19:35:48.576" v="16" actId="20577"/>
        <pc:sldMkLst>
          <pc:docMk/>
          <pc:sldMk cId="2264167058" sldId="304"/>
        </pc:sldMkLst>
      </pc:sldChg>
      <pc:sldChg chg="modSp">
        <pc:chgData name="Cooper Wolf" userId="c8315c998c98f914" providerId="Windows Live" clId="Web-{8263E570-25FD-08CE-8CE4-CD841613A543}" dt="2025-03-03T19:27:16.927" v="2" actId="20577"/>
        <pc:sldMkLst>
          <pc:docMk/>
          <pc:sldMk cId="2355339569" sldId="315"/>
        </pc:sldMkLst>
      </pc:sldChg>
      <pc:sldChg chg="modSp">
        <pc:chgData name="Cooper Wolf" userId="c8315c998c98f914" providerId="Windows Live" clId="Web-{8263E570-25FD-08CE-8CE4-CD841613A543}" dt="2025-03-03T19:32:21.169" v="5" actId="20577"/>
        <pc:sldMkLst>
          <pc:docMk/>
          <pc:sldMk cId="35394364" sldId="316"/>
        </pc:sldMkLst>
        <pc:spChg chg="mod">
          <ac:chgData name="Cooper Wolf" userId="c8315c998c98f914" providerId="Windows Live" clId="Web-{8263E570-25FD-08CE-8CE4-CD841613A543}" dt="2025-03-03T19:32:21.169" v="5" actId="20577"/>
          <ac:spMkLst>
            <pc:docMk/>
            <pc:sldMk cId="35394364" sldId="316"/>
            <ac:spMk id="3" creationId="{00000000-0000-0000-0000-000000000000}"/>
          </ac:spMkLst>
        </pc:spChg>
      </pc:sldChg>
      <pc:sldChg chg="modSp">
        <pc:chgData name="Cooper Wolf" userId="c8315c998c98f914" providerId="Windows Live" clId="Web-{8263E570-25FD-08CE-8CE4-CD841613A543}" dt="2025-03-03T19:41:06.053" v="160" actId="20577"/>
        <pc:sldMkLst>
          <pc:docMk/>
          <pc:sldMk cId="575306040" sldId="335"/>
        </pc:sldMkLst>
        <pc:spChg chg="mod">
          <ac:chgData name="Cooper Wolf" userId="c8315c998c98f914" providerId="Windows Live" clId="Web-{8263E570-25FD-08CE-8CE4-CD841613A543}" dt="2025-03-03T19:41:06.053" v="160" actId="20577"/>
          <ac:spMkLst>
            <pc:docMk/>
            <pc:sldMk cId="575306040" sldId="335"/>
            <ac:spMk id="2" creationId="{00000000-0000-0000-0000-000000000000}"/>
          </ac:spMkLst>
        </pc:spChg>
      </pc:sldChg>
    </pc:docChg>
  </pc:docChgLst>
  <pc:docChgLst>
    <pc:chgData name="Jon Scales" userId="47be52a2c6b5a1e9" providerId="Windows Live" clId="Web-{C9AD9DA4-F948-4EE8-96CE-60FE769DF066}"/>
    <pc:docChg chg="addSld delSld modSld sldOrd">
      <pc:chgData name="Jon Scales" userId="47be52a2c6b5a1e9" providerId="Windows Live" clId="Web-{C9AD9DA4-F948-4EE8-96CE-60FE769DF066}" dt="2025-03-16T23:44:45.231" v="4847" actId="1076"/>
      <pc:docMkLst>
        <pc:docMk/>
      </pc:docMkLst>
      <pc:sldChg chg="modSp">
        <pc:chgData name="Jon Scales" userId="47be52a2c6b5a1e9" providerId="Windows Live" clId="Web-{C9AD9DA4-F948-4EE8-96CE-60FE769DF066}" dt="2025-03-15T02:48:54.002" v="1386" actId="20577"/>
        <pc:sldMkLst>
          <pc:docMk/>
          <pc:sldMk cId="2053366888" sldId="257"/>
        </pc:sldMkLst>
        <pc:spChg chg="mod">
          <ac:chgData name="Jon Scales" userId="47be52a2c6b5a1e9" providerId="Windows Live" clId="Web-{C9AD9DA4-F948-4EE8-96CE-60FE769DF066}" dt="2025-03-15T02:01:51.538" v="664" actId="20577"/>
          <ac:spMkLst>
            <pc:docMk/>
            <pc:sldMk cId="2053366888" sldId="257"/>
            <ac:spMk id="2" creationId="{AE8BF150-0725-292F-272C-2902C509A4F5}"/>
          </ac:spMkLst>
        </pc:spChg>
        <pc:spChg chg="mod">
          <ac:chgData name="Jon Scales" userId="47be52a2c6b5a1e9" providerId="Windows Live" clId="Web-{C9AD9DA4-F948-4EE8-96CE-60FE769DF066}" dt="2025-03-15T02:48:54.002" v="1386" actId="20577"/>
          <ac:spMkLst>
            <pc:docMk/>
            <pc:sldMk cId="2053366888" sldId="257"/>
            <ac:spMk id="6" creationId="{00000000-0000-0000-0000-000000000000}"/>
          </ac:spMkLst>
        </pc:spChg>
      </pc:sldChg>
      <pc:sldChg chg="modSp">
        <pc:chgData name="Jon Scales" userId="47be52a2c6b5a1e9" providerId="Windows Live" clId="Web-{C9AD9DA4-F948-4EE8-96CE-60FE769DF066}" dt="2025-03-15T01:32:11.793" v="0" actId="20577"/>
        <pc:sldMkLst>
          <pc:docMk/>
          <pc:sldMk cId="2573480368" sldId="262"/>
        </pc:sldMkLst>
        <pc:spChg chg="mod">
          <ac:chgData name="Jon Scales" userId="47be52a2c6b5a1e9" providerId="Windows Live" clId="Web-{C9AD9DA4-F948-4EE8-96CE-60FE769DF066}" dt="2025-03-15T01:32:11.793" v="0" actId="20577"/>
          <ac:spMkLst>
            <pc:docMk/>
            <pc:sldMk cId="2573480368" sldId="262"/>
            <ac:spMk id="2" creationId="{00000000-0000-0000-0000-000000000000}"/>
          </ac:spMkLst>
        </pc:spChg>
      </pc:sldChg>
      <pc:sldChg chg="modSp">
        <pc:chgData name="Jon Scales" userId="47be52a2c6b5a1e9" providerId="Windows Live" clId="Web-{C9AD9DA4-F948-4EE8-96CE-60FE769DF066}" dt="2025-03-15T01:32:40.840" v="3" actId="14100"/>
        <pc:sldMkLst>
          <pc:docMk/>
          <pc:sldMk cId="2292232001" sldId="268"/>
        </pc:sldMkLst>
        <pc:spChg chg="mod">
          <ac:chgData name="Jon Scales" userId="47be52a2c6b5a1e9" providerId="Windows Live" clId="Web-{C9AD9DA4-F948-4EE8-96CE-60FE769DF066}" dt="2025-03-15T01:32:40.840" v="3" actId="14100"/>
          <ac:spMkLst>
            <pc:docMk/>
            <pc:sldMk cId="2292232001" sldId="268"/>
            <ac:spMk id="6" creationId="{8F89EB31-F5E8-9DF8-4B7B-A589D1365345}"/>
          </ac:spMkLst>
        </pc:spChg>
      </pc:sldChg>
      <pc:sldChg chg="modSp">
        <pc:chgData name="Jon Scales" userId="47be52a2c6b5a1e9" providerId="Windows Live" clId="Web-{C9AD9DA4-F948-4EE8-96CE-60FE769DF066}" dt="2025-03-15T01:37:52.470" v="29" actId="20577"/>
        <pc:sldMkLst>
          <pc:docMk/>
          <pc:sldMk cId="3041322731" sldId="269"/>
        </pc:sldMkLst>
        <pc:spChg chg="mod">
          <ac:chgData name="Jon Scales" userId="47be52a2c6b5a1e9" providerId="Windows Live" clId="Web-{C9AD9DA4-F948-4EE8-96CE-60FE769DF066}" dt="2025-03-15T01:37:52.470" v="29" actId="20577"/>
          <ac:spMkLst>
            <pc:docMk/>
            <pc:sldMk cId="3041322731" sldId="269"/>
            <ac:spMk id="6" creationId="{6A122976-755D-C11D-3E4F-0AF532099B6D}"/>
          </ac:spMkLst>
        </pc:spChg>
      </pc:sldChg>
      <pc:sldChg chg="modSp">
        <pc:chgData name="Jon Scales" userId="47be52a2c6b5a1e9" providerId="Windows Live" clId="Web-{C9AD9DA4-F948-4EE8-96CE-60FE769DF066}" dt="2025-03-15T01:33:12.294" v="12" actId="14100"/>
        <pc:sldMkLst>
          <pc:docMk/>
          <pc:sldMk cId="4098198360" sldId="282"/>
        </pc:sldMkLst>
        <pc:spChg chg="mod">
          <ac:chgData name="Jon Scales" userId="47be52a2c6b5a1e9" providerId="Windows Live" clId="Web-{C9AD9DA4-F948-4EE8-96CE-60FE769DF066}" dt="2025-03-15T01:33:12.294" v="12" actId="14100"/>
          <ac:spMkLst>
            <pc:docMk/>
            <pc:sldMk cId="4098198360" sldId="282"/>
            <ac:spMk id="6" creationId="{A141527B-FA41-6C8B-E86B-4F4C1789E345}"/>
          </ac:spMkLst>
        </pc:spChg>
      </pc:sldChg>
      <pc:sldChg chg="modSp">
        <pc:chgData name="Jon Scales" userId="47be52a2c6b5a1e9" providerId="Windows Live" clId="Web-{C9AD9DA4-F948-4EE8-96CE-60FE769DF066}" dt="2025-03-16T23:44:45.231" v="4847" actId="1076"/>
        <pc:sldMkLst>
          <pc:docMk/>
          <pc:sldMk cId="1167381600" sldId="292"/>
        </pc:sldMkLst>
        <pc:spChg chg="mod">
          <ac:chgData name="Jon Scales" userId="47be52a2c6b5a1e9" providerId="Windows Live" clId="Web-{C9AD9DA4-F948-4EE8-96CE-60FE769DF066}" dt="2025-03-16T23:44:14.591" v="4841" actId="14100"/>
          <ac:spMkLst>
            <pc:docMk/>
            <pc:sldMk cId="1167381600" sldId="292"/>
            <ac:spMk id="2" creationId="{333A9C07-D7A7-F8FC-1FF3-60A5A6E23322}"/>
          </ac:spMkLst>
        </pc:spChg>
        <pc:spChg chg="mod">
          <ac:chgData name="Jon Scales" userId="47be52a2c6b5a1e9" providerId="Windows Live" clId="Web-{C9AD9DA4-F948-4EE8-96CE-60FE769DF066}" dt="2025-03-16T23:44:45.184" v="4842" actId="1076"/>
          <ac:spMkLst>
            <pc:docMk/>
            <pc:sldMk cId="1167381600" sldId="292"/>
            <ac:spMk id="3" creationId="{8481E9A2-6114-2420-726E-111CF11A913D}"/>
          </ac:spMkLst>
        </pc:spChg>
        <pc:spChg chg="mod">
          <ac:chgData name="Jon Scales" userId="47be52a2c6b5a1e9" providerId="Windows Live" clId="Web-{C9AD9DA4-F948-4EE8-96CE-60FE769DF066}" dt="2025-03-16T23:44:45.200" v="4843" actId="1076"/>
          <ac:spMkLst>
            <pc:docMk/>
            <pc:sldMk cId="1167381600" sldId="292"/>
            <ac:spMk id="4" creationId="{15E1B6C2-0E6B-21CF-1121-2FCCF5212941}"/>
          </ac:spMkLst>
        </pc:spChg>
        <pc:spChg chg="mod">
          <ac:chgData name="Jon Scales" userId="47be52a2c6b5a1e9" providerId="Windows Live" clId="Web-{C9AD9DA4-F948-4EE8-96CE-60FE769DF066}" dt="2025-03-16T23:44:45.200" v="4844" actId="1076"/>
          <ac:spMkLst>
            <pc:docMk/>
            <pc:sldMk cId="1167381600" sldId="292"/>
            <ac:spMk id="5" creationId="{66B4023C-D16F-49F5-1BF1-ADC4CA627F87}"/>
          </ac:spMkLst>
        </pc:spChg>
        <pc:spChg chg="mod">
          <ac:chgData name="Jon Scales" userId="47be52a2c6b5a1e9" providerId="Windows Live" clId="Web-{C9AD9DA4-F948-4EE8-96CE-60FE769DF066}" dt="2025-03-16T23:44:45.216" v="4845" actId="1076"/>
          <ac:spMkLst>
            <pc:docMk/>
            <pc:sldMk cId="1167381600" sldId="292"/>
            <ac:spMk id="6" creationId="{1C91A7C2-DBCA-DA9E-7CA5-3FCA4F7ACABB}"/>
          </ac:spMkLst>
        </pc:spChg>
        <pc:spChg chg="mod">
          <ac:chgData name="Jon Scales" userId="47be52a2c6b5a1e9" providerId="Windows Live" clId="Web-{C9AD9DA4-F948-4EE8-96CE-60FE769DF066}" dt="2025-03-16T23:44:45.216" v="4846" actId="1076"/>
          <ac:spMkLst>
            <pc:docMk/>
            <pc:sldMk cId="1167381600" sldId="292"/>
            <ac:spMk id="7" creationId="{3DCE4764-7AAE-C87C-EC69-DCFE2BB61E3C}"/>
          </ac:spMkLst>
        </pc:spChg>
        <pc:spChg chg="mod">
          <ac:chgData name="Jon Scales" userId="47be52a2c6b5a1e9" providerId="Windows Live" clId="Web-{C9AD9DA4-F948-4EE8-96CE-60FE769DF066}" dt="2025-03-16T23:44:45.231" v="4847" actId="1076"/>
          <ac:spMkLst>
            <pc:docMk/>
            <pc:sldMk cId="1167381600" sldId="292"/>
            <ac:spMk id="8" creationId="{542BAB27-AE15-C5AC-9F2A-AEF2D2F16981}"/>
          </ac:spMkLst>
        </pc:spChg>
      </pc:sldChg>
      <pc:sldChg chg="modSp">
        <pc:chgData name="Jon Scales" userId="47be52a2c6b5a1e9" providerId="Windows Live" clId="Web-{C9AD9DA4-F948-4EE8-96CE-60FE769DF066}" dt="2025-03-15T01:32:17.058" v="1" actId="20577"/>
        <pc:sldMkLst>
          <pc:docMk/>
          <pc:sldMk cId="297494329" sldId="297"/>
        </pc:sldMkLst>
        <pc:spChg chg="mod">
          <ac:chgData name="Jon Scales" userId="47be52a2c6b5a1e9" providerId="Windows Live" clId="Web-{C9AD9DA4-F948-4EE8-96CE-60FE769DF066}" dt="2025-03-15T01:32:17.058" v="1" actId="20577"/>
          <ac:spMkLst>
            <pc:docMk/>
            <pc:sldMk cId="297494329" sldId="297"/>
            <ac:spMk id="2" creationId="{EF7C7F28-3522-72F4-8CED-CD7CE59AB702}"/>
          </ac:spMkLst>
        </pc:spChg>
      </pc:sldChg>
      <pc:sldChg chg="modSp ord">
        <pc:chgData name="Jon Scales" userId="47be52a2c6b5a1e9" providerId="Windows Live" clId="Web-{C9AD9DA4-F948-4EE8-96CE-60FE769DF066}" dt="2025-03-15T02:48:30.673" v="1380" actId="20577"/>
        <pc:sldMkLst>
          <pc:docMk/>
          <pc:sldMk cId="90227251" sldId="299"/>
        </pc:sldMkLst>
        <pc:spChg chg="mod">
          <ac:chgData name="Jon Scales" userId="47be52a2c6b5a1e9" providerId="Windows Live" clId="Web-{C9AD9DA4-F948-4EE8-96CE-60FE769DF066}" dt="2025-03-15T02:41:53.839" v="1319" actId="20577"/>
          <ac:spMkLst>
            <pc:docMk/>
            <pc:sldMk cId="90227251" sldId="299"/>
            <ac:spMk id="2" creationId="{AE8BF150-0725-292F-272C-2902C509A4F5}"/>
          </ac:spMkLst>
        </pc:spChg>
        <pc:spChg chg="mod">
          <ac:chgData name="Jon Scales" userId="47be52a2c6b5a1e9" providerId="Windows Live" clId="Web-{C9AD9DA4-F948-4EE8-96CE-60FE769DF066}" dt="2025-03-15T02:48:30.673" v="1380" actId="20577"/>
          <ac:spMkLst>
            <pc:docMk/>
            <pc:sldMk cId="90227251" sldId="299"/>
            <ac:spMk id="6" creationId="{00000000-0000-0000-0000-000000000000}"/>
          </ac:spMkLst>
        </pc:spChg>
      </pc:sldChg>
      <pc:sldChg chg="modSp">
        <pc:chgData name="Jon Scales" userId="47be52a2c6b5a1e9" providerId="Windows Live" clId="Web-{C9AD9DA4-F948-4EE8-96CE-60FE769DF066}" dt="2025-03-15T02:48:25.236" v="1378" actId="20577"/>
        <pc:sldMkLst>
          <pc:docMk/>
          <pc:sldMk cId="1944522692" sldId="301"/>
        </pc:sldMkLst>
        <pc:spChg chg="mod">
          <ac:chgData name="Jon Scales" userId="47be52a2c6b5a1e9" providerId="Windows Live" clId="Web-{C9AD9DA4-F948-4EE8-96CE-60FE769DF066}" dt="2025-03-15T02:46:20.906" v="1375" actId="20577"/>
          <ac:spMkLst>
            <pc:docMk/>
            <pc:sldMk cId="1944522692" sldId="301"/>
            <ac:spMk id="2" creationId="{AE8BF150-0725-292F-272C-2902C509A4F5}"/>
          </ac:spMkLst>
        </pc:spChg>
        <pc:spChg chg="mod">
          <ac:chgData name="Jon Scales" userId="47be52a2c6b5a1e9" providerId="Windows Live" clId="Web-{C9AD9DA4-F948-4EE8-96CE-60FE769DF066}" dt="2025-03-15T02:48:25.236" v="1378" actId="20577"/>
          <ac:spMkLst>
            <pc:docMk/>
            <pc:sldMk cId="1944522692" sldId="301"/>
            <ac:spMk id="6" creationId="{00000000-0000-0000-0000-000000000000}"/>
          </ac:spMkLst>
        </pc:spChg>
      </pc:sldChg>
      <pc:sldChg chg="modSp">
        <pc:chgData name="Jon Scales" userId="47be52a2c6b5a1e9" providerId="Windows Live" clId="Web-{C9AD9DA4-F948-4EE8-96CE-60FE769DF066}" dt="2025-03-15T02:47:58.907" v="1376" actId="20577"/>
        <pc:sldMkLst>
          <pc:docMk/>
          <pc:sldMk cId="1225833946" sldId="302"/>
        </pc:sldMkLst>
        <pc:spChg chg="mod">
          <ac:chgData name="Jon Scales" userId="47be52a2c6b5a1e9" providerId="Windows Live" clId="Web-{C9AD9DA4-F948-4EE8-96CE-60FE769DF066}" dt="2025-03-15T02:47:58.907" v="1376" actId="20577"/>
          <ac:spMkLst>
            <pc:docMk/>
            <pc:sldMk cId="1225833946" sldId="302"/>
            <ac:spMk id="6" creationId="{00000000-0000-0000-0000-000000000000}"/>
          </ac:spMkLst>
        </pc:spChg>
      </pc:sldChg>
      <pc:sldChg chg="modSp ord">
        <pc:chgData name="Jon Scales" userId="47be52a2c6b5a1e9" providerId="Windows Live" clId="Web-{C9AD9DA4-F948-4EE8-96CE-60FE769DF066}" dt="2025-03-15T02:48:34.392" v="1381" actId="20577"/>
        <pc:sldMkLst>
          <pc:docMk/>
          <pc:sldMk cId="3612099330" sldId="303"/>
        </pc:sldMkLst>
        <pc:spChg chg="mod">
          <ac:chgData name="Jon Scales" userId="47be52a2c6b5a1e9" providerId="Windows Live" clId="Web-{C9AD9DA4-F948-4EE8-96CE-60FE769DF066}" dt="2025-03-15T02:28:08.780" v="1083" actId="20577"/>
          <ac:spMkLst>
            <pc:docMk/>
            <pc:sldMk cId="3612099330" sldId="303"/>
            <ac:spMk id="2" creationId="{AE8BF150-0725-292F-272C-2902C509A4F5}"/>
          </ac:spMkLst>
        </pc:spChg>
        <pc:spChg chg="mod">
          <ac:chgData name="Jon Scales" userId="47be52a2c6b5a1e9" providerId="Windows Live" clId="Web-{C9AD9DA4-F948-4EE8-96CE-60FE769DF066}" dt="2025-03-15T02:48:34.392" v="1381" actId="20577"/>
          <ac:spMkLst>
            <pc:docMk/>
            <pc:sldMk cId="3612099330" sldId="303"/>
            <ac:spMk id="6" creationId="{00000000-0000-0000-0000-000000000000}"/>
          </ac:spMkLst>
        </pc:spChg>
      </pc:sldChg>
      <pc:sldChg chg="delSp modSp">
        <pc:chgData name="Jon Scales" userId="47be52a2c6b5a1e9" providerId="Windows Live" clId="Web-{C9AD9DA4-F948-4EE8-96CE-60FE769DF066}" dt="2025-03-16T23:10:22.606" v="2766" actId="20577"/>
        <pc:sldMkLst>
          <pc:docMk/>
          <pc:sldMk cId="2497830994" sldId="317"/>
        </pc:sldMkLst>
        <pc:spChg chg="mod">
          <ac:chgData name="Jon Scales" userId="47be52a2c6b5a1e9" providerId="Windows Live" clId="Web-{C9AD9DA4-F948-4EE8-96CE-60FE769DF066}" dt="2025-03-16T23:10:22.606" v="2766" actId="20577"/>
          <ac:spMkLst>
            <pc:docMk/>
            <pc:sldMk cId="2497830994" sldId="317"/>
            <ac:spMk id="3" creationId="{00000000-0000-0000-0000-000000000000}"/>
          </ac:spMkLst>
        </pc:spChg>
      </pc:sldChg>
      <pc:sldChg chg="modSp">
        <pc:chgData name="Jon Scales" userId="47be52a2c6b5a1e9" providerId="Windows Live" clId="Web-{C9AD9DA4-F948-4EE8-96CE-60FE769DF066}" dt="2025-03-15T03:28:58.872" v="1671" actId="20577"/>
        <pc:sldMkLst>
          <pc:docMk/>
          <pc:sldMk cId="2512939755" sldId="321"/>
        </pc:sldMkLst>
        <pc:spChg chg="mod">
          <ac:chgData name="Jon Scales" userId="47be52a2c6b5a1e9" providerId="Windows Live" clId="Web-{C9AD9DA4-F948-4EE8-96CE-60FE769DF066}" dt="2025-03-15T03:28:58.872" v="1671" actId="20577"/>
          <ac:spMkLst>
            <pc:docMk/>
            <pc:sldMk cId="2512939755" sldId="321"/>
            <ac:spMk id="2" creationId="{AE8BF150-0725-292F-272C-2902C509A4F5}"/>
          </ac:spMkLst>
        </pc:spChg>
      </pc:sldChg>
      <pc:sldChg chg="modSp">
        <pc:chgData name="Jon Scales" userId="47be52a2c6b5a1e9" providerId="Windows Live" clId="Web-{C9AD9DA4-F948-4EE8-96CE-60FE769DF066}" dt="2025-03-15T03:31:33.403" v="1673" actId="20577"/>
        <pc:sldMkLst>
          <pc:docMk/>
          <pc:sldMk cId="3568682878" sldId="323"/>
        </pc:sldMkLst>
        <pc:spChg chg="mod">
          <ac:chgData name="Jon Scales" userId="47be52a2c6b5a1e9" providerId="Windows Live" clId="Web-{C9AD9DA4-F948-4EE8-96CE-60FE769DF066}" dt="2025-03-15T03:31:33.403" v="1673" actId="20577"/>
          <ac:spMkLst>
            <pc:docMk/>
            <pc:sldMk cId="3568682878" sldId="323"/>
            <ac:spMk id="6" creationId="{00000000-0000-0000-0000-000000000000}"/>
          </ac:spMkLst>
        </pc:spChg>
      </pc:sldChg>
      <pc:sldChg chg="addSp delSp modSp mod modClrScheme chgLayout">
        <pc:chgData name="Jon Scales" userId="47be52a2c6b5a1e9" providerId="Windows Live" clId="Web-{C9AD9DA4-F948-4EE8-96CE-60FE769DF066}" dt="2025-03-15T18:04:34.695" v="2015" actId="20577"/>
        <pc:sldMkLst>
          <pc:docMk/>
          <pc:sldMk cId="2792331683" sldId="343"/>
        </pc:sldMkLst>
        <pc:spChg chg="mod ord">
          <ac:chgData name="Jon Scales" userId="47be52a2c6b5a1e9" providerId="Windows Live" clId="Web-{C9AD9DA4-F948-4EE8-96CE-60FE769DF066}" dt="2025-03-15T03:55:19.908" v="1927" actId="14100"/>
          <ac:spMkLst>
            <pc:docMk/>
            <pc:sldMk cId="2792331683" sldId="343"/>
            <ac:spMk id="4" creationId="{3FA630FD-128D-7386-4ECC-95E11E3F6397}"/>
          </ac:spMkLst>
        </pc:spChg>
        <pc:spChg chg="add mod ord">
          <ac:chgData name="Jon Scales" userId="47be52a2c6b5a1e9" providerId="Windows Live" clId="Web-{C9AD9DA4-F948-4EE8-96CE-60FE769DF066}" dt="2025-03-15T18:04:34.695" v="2015" actId="20577"/>
          <ac:spMkLst>
            <pc:docMk/>
            <pc:sldMk cId="2792331683" sldId="343"/>
            <ac:spMk id="12" creationId="{C60D63F9-6A2F-D1F7-2174-8EA1D6F61838}"/>
          </ac:spMkLst>
        </pc:spChg>
        <pc:picChg chg="add mod ord">
          <ac:chgData name="Jon Scales" userId="47be52a2c6b5a1e9" providerId="Windows Live" clId="Web-{C9AD9DA4-F948-4EE8-96CE-60FE769DF066}" dt="2025-03-15T03:45:08.950" v="1704" actId="1076"/>
          <ac:picMkLst>
            <pc:docMk/>
            <pc:sldMk cId="2792331683" sldId="343"/>
            <ac:picMk id="11" creationId="{7DFB3767-CF9A-57D2-B693-46DB02265829}"/>
          </ac:picMkLst>
        </pc:picChg>
      </pc:sldChg>
      <pc:sldChg chg="addSp delSp modSp">
        <pc:chgData name="Jon Scales" userId="47be52a2c6b5a1e9" providerId="Windows Live" clId="Web-{C9AD9DA4-F948-4EE8-96CE-60FE769DF066}" dt="2025-03-15T20:03:27.670" v="2231" actId="20577"/>
        <pc:sldMkLst>
          <pc:docMk/>
          <pc:sldMk cId="3485708109" sldId="344"/>
        </pc:sldMkLst>
        <pc:spChg chg="mod">
          <ac:chgData name="Jon Scales" userId="47be52a2c6b5a1e9" providerId="Windows Live" clId="Web-{C9AD9DA4-F948-4EE8-96CE-60FE769DF066}" dt="2025-03-15T20:03:27.670" v="2231" actId="20577"/>
          <ac:spMkLst>
            <pc:docMk/>
            <pc:sldMk cId="3485708109" sldId="344"/>
            <ac:spMk id="5" creationId="{00000000-0000-0000-0000-000000000000}"/>
          </ac:spMkLst>
        </pc:spChg>
      </pc:sldChg>
      <pc:sldChg chg="addSp delSp modSp">
        <pc:chgData name="Jon Scales" userId="47be52a2c6b5a1e9" providerId="Windows Live" clId="Web-{C9AD9DA4-F948-4EE8-96CE-60FE769DF066}" dt="2025-03-15T20:07:12.186" v="2236" actId="1076"/>
        <pc:sldMkLst>
          <pc:docMk/>
          <pc:sldMk cId="1392549796" sldId="345"/>
        </pc:sldMkLst>
        <pc:spChg chg="mod">
          <ac:chgData name="Jon Scales" userId="47be52a2c6b5a1e9" providerId="Windows Live" clId="Web-{C9AD9DA4-F948-4EE8-96CE-60FE769DF066}" dt="2025-03-15T18:05:16.133" v="2022" actId="14100"/>
          <ac:spMkLst>
            <pc:docMk/>
            <pc:sldMk cId="1392549796" sldId="345"/>
            <ac:spMk id="4" creationId="{3FA630FD-128D-7386-4ECC-95E11E3F6397}"/>
          </ac:spMkLst>
        </pc:spChg>
        <pc:spChg chg="mod">
          <ac:chgData name="Jon Scales" userId="47be52a2c6b5a1e9" providerId="Windows Live" clId="Web-{C9AD9DA4-F948-4EE8-96CE-60FE769DF066}" dt="2025-03-15T18:05:25.946" v="2024" actId="1076"/>
          <ac:spMkLst>
            <pc:docMk/>
            <pc:sldMk cId="1392549796" sldId="345"/>
            <ac:spMk id="6" creationId="{00000000-0000-0000-0000-000000000000}"/>
          </ac:spMkLst>
        </pc:spChg>
        <pc:picChg chg="add mod ord">
          <ac:chgData name="Jon Scales" userId="47be52a2c6b5a1e9" providerId="Windows Live" clId="Web-{C9AD9DA4-F948-4EE8-96CE-60FE769DF066}" dt="2025-03-15T20:07:12.186" v="2236" actId="1076"/>
          <ac:picMkLst>
            <pc:docMk/>
            <pc:sldMk cId="1392549796" sldId="345"/>
            <ac:picMk id="7" creationId="{8C40ABDF-6748-F064-5AFC-BC5904C95896}"/>
          </ac:picMkLst>
        </pc:picChg>
      </pc:sldChg>
      <pc:sldChg chg="addSp delSp modSp mod modClrScheme chgLayout">
        <pc:chgData name="Jon Scales" userId="47be52a2c6b5a1e9" providerId="Windows Live" clId="Web-{C9AD9DA4-F948-4EE8-96CE-60FE769DF066}" dt="2025-03-16T01:32:33.649" v="2306" actId="20577"/>
        <pc:sldMkLst>
          <pc:docMk/>
          <pc:sldMk cId="3999595076" sldId="346"/>
        </pc:sldMkLst>
        <pc:spChg chg="mod ord">
          <ac:chgData name="Jon Scales" userId="47be52a2c6b5a1e9" providerId="Windows Live" clId="Web-{C9AD9DA4-F948-4EE8-96CE-60FE769DF066}" dt="2025-03-15T20:11:40.811" v="2245"/>
          <ac:spMkLst>
            <pc:docMk/>
            <pc:sldMk cId="3999595076" sldId="346"/>
            <ac:spMk id="4" creationId="{3FA630FD-128D-7386-4ECC-95E11E3F6397}"/>
          </ac:spMkLst>
        </pc:spChg>
        <pc:spChg chg="add del mod">
          <ac:chgData name="Jon Scales" userId="47be52a2c6b5a1e9" providerId="Windows Live" clId="Web-{C9AD9DA4-F948-4EE8-96CE-60FE769DF066}" dt="2025-03-16T01:32:33.649" v="2306" actId="20577"/>
          <ac:spMkLst>
            <pc:docMk/>
            <pc:sldMk cId="3999595076" sldId="346"/>
            <ac:spMk id="7" creationId="{76185C4B-1A57-1FFB-4680-01DA6B559DD3}"/>
          </ac:spMkLst>
        </pc:spChg>
        <pc:picChg chg="add mod">
          <ac:chgData name="Jon Scales" userId="47be52a2c6b5a1e9" providerId="Windows Live" clId="Web-{C9AD9DA4-F948-4EE8-96CE-60FE769DF066}" dt="2025-03-15T20:13:21.015" v="2277" actId="1076"/>
          <ac:picMkLst>
            <pc:docMk/>
            <pc:sldMk cId="3999595076" sldId="346"/>
            <ac:picMk id="9" creationId="{6717D0E9-8E73-1E15-C176-BDAB1033F681}"/>
          </ac:picMkLst>
        </pc:picChg>
      </pc:sldChg>
      <pc:sldChg chg="addSp delSp modSp">
        <pc:chgData name="Jon Scales" userId="47be52a2c6b5a1e9" providerId="Windows Live" clId="Web-{C9AD9DA4-F948-4EE8-96CE-60FE769DF066}" dt="2025-03-15T20:13:12.468" v="2274"/>
        <pc:sldMkLst>
          <pc:docMk/>
          <pc:sldMk cId="1298920522" sldId="347"/>
        </pc:sldMkLst>
      </pc:sldChg>
      <pc:sldChg chg="modSp">
        <pc:chgData name="Jon Scales" userId="47be52a2c6b5a1e9" providerId="Windows Live" clId="Web-{C9AD9DA4-F948-4EE8-96CE-60FE769DF066}" dt="2025-03-16T23:07:57.952" v="2726" actId="20577"/>
        <pc:sldMkLst>
          <pc:docMk/>
          <pc:sldMk cId="2290001790" sldId="350"/>
        </pc:sldMkLst>
        <pc:spChg chg="mod">
          <ac:chgData name="Jon Scales" userId="47be52a2c6b5a1e9" providerId="Windows Live" clId="Web-{C9AD9DA4-F948-4EE8-96CE-60FE769DF066}" dt="2025-03-16T23:07:57.952" v="2726" actId="20577"/>
          <ac:spMkLst>
            <pc:docMk/>
            <pc:sldMk cId="2290001790" sldId="350"/>
            <ac:spMk id="3" creationId="{00000000-0000-0000-0000-000000000000}"/>
          </ac:spMkLst>
        </pc:spChg>
      </pc:sldChg>
      <pc:sldChg chg="modSp">
        <pc:chgData name="Jon Scales" userId="47be52a2c6b5a1e9" providerId="Windows Live" clId="Web-{C9AD9DA4-F948-4EE8-96CE-60FE769DF066}" dt="2025-03-16T23:09:36.357" v="2761" actId="20577"/>
        <pc:sldMkLst>
          <pc:docMk/>
          <pc:sldMk cId="2787314648" sldId="351"/>
        </pc:sldMkLst>
        <pc:spChg chg="mod">
          <ac:chgData name="Jon Scales" userId="47be52a2c6b5a1e9" providerId="Windows Live" clId="Web-{C9AD9DA4-F948-4EE8-96CE-60FE769DF066}" dt="2025-03-16T23:09:36.357" v="2761" actId="20577"/>
          <ac:spMkLst>
            <pc:docMk/>
            <pc:sldMk cId="2787314648" sldId="351"/>
            <ac:spMk id="3" creationId="{00000000-0000-0000-0000-000000000000}"/>
          </ac:spMkLst>
        </pc:spChg>
      </pc:sldChg>
      <pc:sldChg chg="modSp">
        <pc:chgData name="Jon Scales" userId="47be52a2c6b5a1e9" providerId="Windows Live" clId="Web-{C9AD9DA4-F948-4EE8-96CE-60FE769DF066}" dt="2025-03-16T23:09:07.279" v="2757" actId="20577"/>
        <pc:sldMkLst>
          <pc:docMk/>
          <pc:sldMk cId="2965313936" sldId="352"/>
        </pc:sldMkLst>
        <pc:spChg chg="mod">
          <ac:chgData name="Jon Scales" userId="47be52a2c6b5a1e9" providerId="Windows Live" clId="Web-{C9AD9DA4-F948-4EE8-96CE-60FE769DF066}" dt="2025-03-16T23:09:07.279" v="2757" actId="20577"/>
          <ac:spMkLst>
            <pc:docMk/>
            <pc:sldMk cId="2965313936" sldId="352"/>
            <ac:spMk id="3" creationId="{00000000-0000-0000-0000-000000000000}"/>
          </ac:spMkLst>
        </pc:spChg>
      </pc:sldChg>
      <pc:sldChg chg="del">
        <pc:chgData name="Jon Scales" userId="47be52a2c6b5a1e9" providerId="Windows Live" clId="Web-{C9AD9DA4-F948-4EE8-96CE-60FE769DF066}" dt="2025-03-16T23:04:17.987" v="2628"/>
        <pc:sldMkLst>
          <pc:docMk/>
          <pc:sldMk cId="3606196900" sldId="355"/>
        </pc:sldMkLst>
      </pc:sldChg>
      <pc:sldChg chg="del">
        <pc:chgData name="Jon Scales" userId="47be52a2c6b5a1e9" providerId="Windows Live" clId="Web-{C9AD9DA4-F948-4EE8-96CE-60FE769DF066}" dt="2025-03-16T23:32:20.352" v="4667"/>
        <pc:sldMkLst>
          <pc:docMk/>
          <pc:sldMk cId="2597565910" sldId="356"/>
        </pc:sldMkLst>
      </pc:sldChg>
      <pc:sldChg chg="modSp">
        <pc:chgData name="Jon Scales" userId="47be52a2c6b5a1e9" providerId="Windows Live" clId="Web-{C9AD9DA4-F948-4EE8-96CE-60FE769DF066}" dt="2025-03-16T23:33:06.851" v="4673" actId="20577"/>
        <pc:sldMkLst>
          <pc:docMk/>
          <pc:sldMk cId="534007581" sldId="357"/>
        </pc:sldMkLst>
        <pc:spChg chg="mod">
          <ac:chgData name="Jon Scales" userId="47be52a2c6b5a1e9" providerId="Windows Live" clId="Web-{C9AD9DA4-F948-4EE8-96CE-60FE769DF066}" dt="2025-03-15T02:50:20.597" v="1390" actId="20577"/>
          <ac:spMkLst>
            <pc:docMk/>
            <pc:sldMk cId="534007581" sldId="357"/>
            <ac:spMk id="2" creationId="{00000000-0000-0000-0000-000000000000}"/>
          </ac:spMkLst>
        </pc:spChg>
        <pc:spChg chg="mod">
          <ac:chgData name="Jon Scales" userId="47be52a2c6b5a1e9" providerId="Windows Live" clId="Web-{C9AD9DA4-F948-4EE8-96CE-60FE769DF066}" dt="2025-03-16T23:33:06.851" v="4673" actId="20577"/>
          <ac:spMkLst>
            <pc:docMk/>
            <pc:sldMk cId="534007581" sldId="357"/>
            <ac:spMk id="4" creationId="{3FA630FD-128D-7386-4ECC-95E11E3F6397}"/>
          </ac:spMkLst>
        </pc:spChg>
      </pc:sldChg>
      <pc:sldChg chg="addSp delSp modSp">
        <pc:chgData name="Jon Scales" userId="47be52a2c6b5a1e9" providerId="Windows Live" clId="Web-{C9AD9DA4-F948-4EE8-96CE-60FE769DF066}" dt="2025-03-16T23:42:06.906" v="4807"/>
        <pc:sldMkLst>
          <pc:docMk/>
          <pc:sldMk cId="295332384" sldId="358"/>
        </pc:sldMkLst>
        <pc:spChg chg="mod">
          <ac:chgData name="Jon Scales" userId="47be52a2c6b5a1e9" providerId="Windows Live" clId="Web-{C9AD9DA4-F948-4EE8-96CE-60FE769DF066}" dt="2025-03-16T23:16:15.366" v="3393" actId="20577"/>
          <ac:spMkLst>
            <pc:docMk/>
            <pc:sldMk cId="295332384" sldId="358"/>
            <ac:spMk id="4" creationId="{3FA630FD-128D-7386-4ECC-95E11E3F6397}"/>
          </ac:spMkLst>
        </pc:spChg>
        <pc:graphicFrameChg chg="add mod modGraphic">
          <ac:chgData name="Jon Scales" userId="47be52a2c6b5a1e9" providerId="Windows Live" clId="Web-{C9AD9DA4-F948-4EE8-96CE-60FE769DF066}" dt="2025-03-16T23:42:06.906" v="4807"/>
          <ac:graphicFrameMkLst>
            <pc:docMk/>
            <pc:sldMk cId="295332384" sldId="358"/>
            <ac:graphicFrameMk id="3" creationId="{65B1B9A1-970C-A2F1-F248-1FB80C4835AD}"/>
          </ac:graphicFrameMkLst>
        </pc:graphicFrameChg>
      </pc:sldChg>
      <pc:sldChg chg="modSp">
        <pc:chgData name="Jon Scales" userId="47be52a2c6b5a1e9" providerId="Windows Live" clId="Web-{C9AD9DA4-F948-4EE8-96CE-60FE769DF066}" dt="2025-03-16T23:15:03.446" v="3381" actId="20577"/>
        <pc:sldMkLst>
          <pc:docMk/>
          <pc:sldMk cId="2955357652" sldId="359"/>
        </pc:sldMkLst>
        <pc:spChg chg="mod">
          <ac:chgData name="Jon Scales" userId="47be52a2c6b5a1e9" providerId="Windows Live" clId="Web-{C9AD9DA4-F948-4EE8-96CE-60FE769DF066}" dt="2025-03-16T23:15:03.446" v="3381" actId="20577"/>
          <ac:spMkLst>
            <pc:docMk/>
            <pc:sldMk cId="2955357652" sldId="359"/>
            <ac:spMk id="2" creationId="{00000000-0000-0000-0000-000000000000}"/>
          </ac:spMkLst>
        </pc:spChg>
        <pc:spChg chg="mod">
          <ac:chgData name="Jon Scales" userId="47be52a2c6b5a1e9" providerId="Windows Live" clId="Web-{C9AD9DA4-F948-4EE8-96CE-60FE769DF066}" dt="2025-03-16T23:02:24.176" v="2627" actId="20577"/>
          <ac:spMkLst>
            <pc:docMk/>
            <pc:sldMk cId="2955357652" sldId="359"/>
            <ac:spMk id="4" creationId="{3FA630FD-128D-7386-4ECC-95E11E3F6397}"/>
          </ac:spMkLst>
        </pc:spChg>
      </pc:sldChg>
      <pc:sldChg chg="modSp">
        <pc:chgData name="Jon Scales" userId="47be52a2c6b5a1e9" providerId="Windows Live" clId="Web-{C9AD9DA4-F948-4EE8-96CE-60FE769DF066}" dt="2025-03-16T23:02:10.332" v="2623" actId="20577"/>
        <pc:sldMkLst>
          <pc:docMk/>
          <pc:sldMk cId="4251681936" sldId="360"/>
        </pc:sldMkLst>
        <pc:spChg chg="mod">
          <ac:chgData name="Jon Scales" userId="47be52a2c6b5a1e9" providerId="Windows Live" clId="Web-{C9AD9DA4-F948-4EE8-96CE-60FE769DF066}" dt="2025-03-16T23:02:10.332" v="2623" actId="20577"/>
          <ac:spMkLst>
            <pc:docMk/>
            <pc:sldMk cId="4251681936" sldId="360"/>
            <ac:spMk id="2" creationId="{00000000-0000-0000-0000-000000000000}"/>
          </ac:spMkLst>
        </pc:spChg>
        <pc:spChg chg="mod">
          <ac:chgData name="Jon Scales" userId="47be52a2c6b5a1e9" providerId="Windows Live" clId="Web-{C9AD9DA4-F948-4EE8-96CE-60FE769DF066}" dt="2025-03-16T22:57:24.477" v="2491" actId="20577"/>
          <ac:spMkLst>
            <pc:docMk/>
            <pc:sldMk cId="4251681936" sldId="360"/>
            <ac:spMk id="4" creationId="{3FA630FD-128D-7386-4ECC-95E11E3F6397}"/>
          </ac:spMkLst>
        </pc:spChg>
      </pc:sldChg>
      <pc:sldChg chg="modSp">
        <pc:chgData name="Jon Scales" userId="47be52a2c6b5a1e9" providerId="Windows Live" clId="Web-{C9AD9DA4-F948-4EE8-96CE-60FE769DF066}" dt="2025-03-16T22:57:13.196" v="2488" actId="20577"/>
        <pc:sldMkLst>
          <pc:docMk/>
          <pc:sldMk cId="4071547939" sldId="361"/>
        </pc:sldMkLst>
        <pc:spChg chg="mod">
          <ac:chgData name="Jon Scales" userId="47be52a2c6b5a1e9" providerId="Windows Live" clId="Web-{C9AD9DA4-F948-4EE8-96CE-60FE769DF066}" dt="2025-03-16T22:56:38.040" v="2482" actId="20577"/>
          <ac:spMkLst>
            <pc:docMk/>
            <pc:sldMk cId="4071547939" sldId="361"/>
            <ac:spMk id="2" creationId="{00000000-0000-0000-0000-000000000000}"/>
          </ac:spMkLst>
        </pc:spChg>
        <pc:spChg chg="mod">
          <ac:chgData name="Jon Scales" userId="47be52a2c6b5a1e9" providerId="Windows Live" clId="Web-{C9AD9DA4-F948-4EE8-96CE-60FE769DF066}" dt="2025-03-16T22:57:13.196" v="2488" actId="20577"/>
          <ac:spMkLst>
            <pc:docMk/>
            <pc:sldMk cId="4071547939" sldId="361"/>
            <ac:spMk id="4" creationId="{3FA630FD-128D-7386-4ECC-95E11E3F6397}"/>
          </ac:spMkLst>
        </pc:spChg>
      </pc:sldChg>
      <pc:sldChg chg="modSp">
        <pc:chgData name="Jon Scales" userId="47be52a2c6b5a1e9" providerId="Windows Live" clId="Web-{C9AD9DA4-F948-4EE8-96CE-60FE769DF066}" dt="2025-03-15T01:41:29.598" v="300" actId="14100"/>
        <pc:sldMkLst>
          <pc:docMk/>
          <pc:sldMk cId="3473180127" sldId="363"/>
        </pc:sldMkLst>
        <pc:spChg chg="mod">
          <ac:chgData name="Jon Scales" userId="47be52a2c6b5a1e9" providerId="Windows Live" clId="Web-{C9AD9DA4-F948-4EE8-96CE-60FE769DF066}" dt="2025-03-15T01:41:29.598" v="300" actId="14100"/>
          <ac:spMkLst>
            <pc:docMk/>
            <pc:sldMk cId="3473180127" sldId="363"/>
            <ac:spMk id="3" creationId="{C806BABF-7BC9-E4E8-323C-32ACE9D13C65}"/>
          </ac:spMkLst>
        </pc:spChg>
      </pc:sldChg>
      <pc:sldChg chg="modSp add replId">
        <pc:chgData name="Jon Scales" userId="47be52a2c6b5a1e9" providerId="Windows Live" clId="Web-{C9AD9DA4-F948-4EE8-96CE-60FE769DF066}" dt="2025-03-15T02:48:39.314" v="1383" actId="20577"/>
        <pc:sldMkLst>
          <pc:docMk/>
          <pc:sldMk cId="1954006610" sldId="367"/>
        </pc:sldMkLst>
        <pc:spChg chg="mod">
          <ac:chgData name="Jon Scales" userId="47be52a2c6b5a1e9" providerId="Windows Live" clId="Web-{C9AD9DA4-F948-4EE8-96CE-60FE769DF066}" dt="2025-03-15T02:21:28.743" v="1013" actId="20577"/>
          <ac:spMkLst>
            <pc:docMk/>
            <pc:sldMk cId="1954006610" sldId="367"/>
            <ac:spMk id="2" creationId="{5EFDE62E-A435-BFE9-AC33-8001C87D93AC}"/>
          </ac:spMkLst>
        </pc:spChg>
        <pc:spChg chg="mod">
          <ac:chgData name="Jon Scales" userId="47be52a2c6b5a1e9" providerId="Windows Live" clId="Web-{C9AD9DA4-F948-4EE8-96CE-60FE769DF066}" dt="2025-03-15T02:48:39.314" v="1383" actId="20577"/>
          <ac:spMkLst>
            <pc:docMk/>
            <pc:sldMk cId="1954006610" sldId="367"/>
            <ac:spMk id="6" creationId="{066F8EBC-541F-1E9C-7AEF-0B353D36825B}"/>
          </ac:spMkLst>
        </pc:spChg>
      </pc:sldChg>
      <pc:sldChg chg="modSp add replId">
        <pc:chgData name="Jon Scales" userId="47be52a2c6b5a1e9" providerId="Windows Live" clId="Web-{C9AD9DA4-F948-4EE8-96CE-60FE769DF066}" dt="2025-03-15T03:26:02.466" v="1482" actId="20577"/>
        <pc:sldMkLst>
          <pc:docMk/>
          <pc:sldMk cId="3496102313" sldId="368"/>
        </pc:sldMkLst>
        <pc:spChg chg="mod">
          <ac:chgData name="Jon Scales" userId="47be52a2c6b5a1e9" providerId="Windows Live" clId="Web-{C9AD9DA4-F948-4EE8-96CE-60FE769DF066}" dt="2025-03-15T03:26:02.466" v="1482" actId="20577"/>
          <ac:spMkLst>
            <pc:docMk/>
            <pc:sldMk cId="3496102313" sldId="368"/>
            <ac:spMk id="2" creationId="{65970682-A37E-14CB-99BA-6D477A3BF2D7}"/>
          </ac:spMkLst>
        </pc:spChg>
        <pc:spChg chg="mod">
          <ac:chgData name="Jon Scales" userId="47be52a2c6b5a1e9" providerId="Windows Live" clId="Web-{C9AD9DA4-F948-4EE8-96CE-60FE769DF066}" dt="2025-03-15T03:22:10.044" v="1394" actId="14100"/>
          <ac:spMkLst>
            <pc:docMk/>
            <pc:sldMk cId="3496102313" sldId="368"/>
            <ac:spMk id="6" creationId="{E1B00D24-EF34-6801-F73D-1A6618D349F8}"/>
          </ac:spMkLst>
        </pc:spChg>
      </pc:sldChg>
      <pc:sldChg chg="modSp add replId">
        <pc:chgData name="Jon Scales" userId="47be52a2c6b5a1e9" providerId="Windows Live" clId="Web-{C9AD9DA4-F948-4EE8-96CE-60FE769DF066}" dt="2025-03-15T03:28:41.810" v="1667" actId="20577"/>
        <pc:sldMkLst>
          <pc:docMk/>
          <pc:sldMk cId="2709061771" sldId="369"/>
        </pc:sldMkLst>
        <pc:spChg chg="mod">
          <ac:chgData name="Jon Scales" userId="47be52a2c6b5a1e9" providerId="Windows Live" clId="Web-{C9AD9DA4-F948-4EE8-96CE-60FE769DF066}" dt="2025-03-15T03:28:41.810" v="1667" actId="20577"/>
          <ac:spMkLst>
            <pc:docMk/>
            <pc:sldMk cId="2709061771" sldId="369"/>
            <ac:spMk id="2" creationId="{DDBACF06-7234-FC5D-FF5B-7C2CB18454C2}"/>
          </ac:spMkLst>
        </pc:spChg>
        <pc:spChg chg="mod">
          <ac:chgData name="Jon Scales" userId="47be52a2c6b5a1e9" providerId="Windows Live" clId="Web-{C9AD9DA4-F948-4EE8-96CE-60FE769DF066}" dt="2025-03-15T03:26:18.575" v="1487" actId="20577"/>
          <ac:spMkLst>
            <pc:docMk/>
            <pc:sldMk cId="2709061771" sldId="369"/>
            <ac:spMk id="6" creationId="{78061286-0448-8F51-09CD-6825AB07CD19}"/>
          </ac:spMkLst>
        </pc:spChg>
      </pc:sldChg>
      <pc:sldChg chg="addSp delSp modSp new">
        <pc:chgData name="Jon Scales" userId="47be52a2c6b5a1e9" providerId="Windows Live" clId="Web-{C9AD9DA4-F948-4EE8-96CE-60FE769DF066}" dt="2025-03-16T16:25:40.657" v="2308" actId="14100"/>
        <pc:sldMkLst>
          <pc:docMk/>
          <pc:sldMk cId="3523953768" sldId="370"/>
        </pc:sldMkLst>
        <pc:spChg chg="mod">
          <ac:chgData name="Jon Scales" userId="47be52a2c6b5a1e9" providerId="Windows Live" clId="Web-{C9AD9DA4-F948-4EE8-96CE-60FE769DF066}" dt="2025-03-15T20:20:07.422" v="2304" actId="14100"/>
          <ac:spMkLst>
            <pc:docMk/>
            <pc:sldMk cId="3523953768" sldId="370"/>
            <ac:spMk id="2" creationId="{84FD0EBC-4F13-C746-BEC0-A711214C0094}"/>
          </ac:spMkLst>
        </pc:spChg>
        <pc:picChg chg="add mod ord">
          <ac:chgData name="Jon Scales" userId="47be52a2c6b5a1e9" providerId="Windows Live" clId="Web-{C9AD9DA4-F948-4EE8-96CE-60FE769DF066}" dt="2025-03-16T16:25:40.657" v="2308" actId="14100"/>
          <ac:picMkLst>
            <pc:docMk/>
            <pc:sldMk cId="3523953768" sldId="370"/>
            <ac:picMk id="4" creationId="{E4AD32B8-79DF-5756-3324-AB3555C24E71}"/>
          </ac:picMkLst>
        </pc:picChg>
      </pc:sldChg>
      <pc:sldChg chg="addSp delSp modSp new mod ord modClrScheme chgLayout">
        <pc:chgData name="Jon Scales" userId="47be52a2c6b5a1e9" providerId="Windows Live" clId="Web-{C9AD9DA4-F948-4EE8-96CE-60FE769DF066}" dt="2025-03-16T17:49:12.172" v="2384"/>
        <pc:sldMkLst>
          <pc:docMk/>
          <pc:sldMk cId="2007751473" sldId="371"/>
        </pc:sldMkLst>
        <pc:spChg chg="mod ord">
          <ac:chgData name="Jon Scales" userId="47be52a2c6b5a1e9" providerId="Windows Live" clId="Web-{C9AD9DA4-F948-4EE8-96CE-60FE769DF066}" dt="2025-03-16T17:48:07.327" v="2356" actId="20577"/>
          <ac:spMkLst>
            <pc:docMk/>
            <pc:sldMk cId="2007751473" sldId="371"/>
            <ac:spMk id="2" creationId="{33B8EA80-37DD-80A5-6C3A-C3EB4FB7DCC4}"/>
          </ac:spMkLst>
        </pc:spChg>
        <pc:spChg chg="add mod">
          <ac:chgData name="Jon Scales" userId="47be52a2c6b5a1e9" providerId="Windows Live" clId="Web-{C9AD9DA4-F948-4EE8-96CE-60FE769DF066}" dt="2025-03-16T17:49:08.812" v="2383" actId="20577"/>
          <ac:spMkLst>
            <pc:docMk/>
            <pc:sldMk cId="2007751473" sldId="371"/>
            <ac:spMk id="13" creationId="{BBC55A9E-2188-6178-AAE0-FE0E5C625B44}"/>
          </ac:spMkLst>
        </pc:spChg>
      </pc:sldChg>
    </pc:docChg>
  </pc:docChgLst>
  <pc:docChgLst>
    <pc:chgData name="Cooper Wolf" userId="c8315c998c98f914" providerId="Windows Live" clId="Web-{68C876C9-A7D6-8817-60F4-907041325F12}"/>
    <pc:docChg chg="modSld">
      <pc:chgData name="Cooper Wolf" userId="c8315c998c98f914" providerId="Windows Live" clId="Web-{68C876C9-A7D6-8817-60F4-907041325F12}" dt="2025-03-17T18:38:14.035" v="5" actId="14100"/>
      <pc:docMkLst>
        <pc:docMk/>
      </pc:docMkLst>
      <pc:sldChg chg="addSp delSp modSp">
        <pc:chgData name="Cooper Wolf" userId="c8315c998c98f914" providerId="Windows Live" clId="Web-{68C876C9-A7D6-8817-60F4-907041325F12}" dt="2025-03-17T18:38:14.035" v="5" actId="14100"/>
        <pc:sldMkLst>
          <pc:docMk/>
          <pc:sldMk cId="1298920522" sldId="347"/>
        </pc:sldMkLst>
        <pc:picChg chg="add mod">
          <ac:chgData name="Cooper Wolf" userId="c8315c998c98f914" providerId="Windows Live" clId="Web-{68C876C9-A7D6-8817-60F4-907041325F12}" dt="2025-03-17T18:38:14.035" v="5" actId="14100"/>
          <ac:picMkLst>
            <pc:docMk/>
            <pc:sldMk cId="1298920522" sldId="347"/>
            <ac:picMk id="3" creationId="{A41343E6-534F-D84B-EE42-17A48C91AEDA}"/>
          </ac:picMkLst>
        </pc:picChg>
      </pc:sldChg>
    </pc:docChg>
  </pc:docChgLst>
  <pc:docChgLst>
    <pc:chgData name="Jon Scales" userId="47be52a2c6b5a1e9" providerId="Windows Live" clId="Web-{98A04936-9D39-4C6E-ADF3-892F5968B72B}"/>
    <pc:docChg chg="modSld">
      <pc:chgData name="Jon Scales" userId="47be52a2c6b5a1e9" providerId="Windows Live" clId="Web-{98A04936-9D39-4C6E-ADF3-892F5968B72B}" dt="2025-03-18T18:22:00.714" v="70" actId="14100"/>
      <pc:docMkLst>
        <pc:docMk/>
      </pc:docMkLst>
      <pc:sldChg chg="modSp">
        <pc:chgData name="Jon Scales" userId="47be52a2c6b5a1e9" providerId="Windows Live" clId="Web-{98A04936-9D39-4C6E-ADF3-892F5968B72B}" dt="2025-03-18T18:22:00.714" v="70" actId="14100"/>
        <pc:sldMkLst>
          <pc:docMk/>
          <pc:sldMk cId="1167381600" sldId="292"/>
        </pc:sldMkLst>
        <pc:spChg chg="mod">
          <ac:chgData name="Jon Scales" userId="47be52a2c6b5a1e9" providerId="Windows Live" clId="Web-{98A04936-9D39-4C6E-ADF3-892F5968B72B}" dt="2025-03-18T18:21:54.605" v="68" actId="14100"/>
          <ac:spMkLst>
            <pc:docMk/>
            <pc:sldMk cId="1167381600" sldId="292"/>
            <ac:spMk id="4" creationId="{15E1B6C2-0E6B-21CF-1121-2FCCF5212941}"/>
          </ac:spMkLst>
        </pc:spChg>
        <pc:spChg chg="mod">
          <ac:chgData name="Jon Scales" userId="47be52a2c6b5a1e9" providerId="Windows Live" clId="Web-{98A04936-9D39-4C6E-ADF3-892F5968B72B}" dt="2025-03-18T18:21:57.886" v="69" actId="14100"/>
          <ac:spMkLst>
            <pc:docMk/>
            <pc:sldMk cId="1167381600" sldId="292"/>
            <ac:spMk id="6" creationId="{1C91A7C2-DBCA-DA9E-7CA5-3FCA4F7ACABB}"/>
          </ac:spMkLst>
        </pc:spChg>
        <pc:spChg chg="mod">
          <ac:chgData name="Jon Scales" userId="47be52a2c6b5a1e9" providerId="Windows Live" clId="Web-{98A04936-9D39-4C6E-ADF3-892F5968B72B}" dt="2025-03-18T18:22:00.714" v="70" actId="14100"/>
          <ac:spMkLst>
            <pc:docMk/>
            <pc:sldMk cId="1167381600" sldId="292"/>
            <ac:spMk id="8" creationId="{542BAB27-AE15-C5AC-9F2A-AEF2D2F16981}"/>
          </ac:spMkLst>
        </pc:spChg>
      </pc:sldChg>
    </pc:docChg>
  </pc:docChgLst>
  <pc:docChgLst>
    <pc:chgData name="Cooper Wolf" userId="c8315c998c98f914" providerId="Windows Live" clId="Web-{9F763F33-6151-5D29-1554-A94C8FA4BC12}"/>
    <pc:docChg chg="delSld modSld">
      <pc:chgData name="Cooper Wolf" userId="c8315c998c98f914" providerId="Windows Live" clId="Web-{9F763F33-6151-5D29-1554-A94C8FA4BC12}" dt="2025-03-08T22:02:02.348" v="478" actId="20577"/>
      <pc:docMkLst>
        <pc:docMk/>
      </pc:docMkLst>
      <pc:sldChg chg="modSp">
        <pc:chgData name="Cooper Wolf" userId="c8315c998c98f914" providerId="Windows Live" clId="Web-{9F763F33-6151-5D29-1554-A94C8FA4BC12}" dt="2025-03-08T21:46:18.903" v="278" actId="14100"/>
        <pc:sldMkLst>
          <pc:docMk/>
          <pc:sldMk cId="2053366888" sldId="257"/>
        </pc:sldMkLst>
        <pc:spChg chg="mod">
          <ac:chgData name="Cooper Wolf" userId="c8315c998c98f914" providerId="Windows Live" clId="Web-{9F763F33-6151-5D29-1554-A94C8FA4BC12}" dt="2025-03-08T21:46:18.903" v="278" actId="14100"/>
          <ac:spMkLst>
            <pc:docMk/>
            <pc:sldMk cId="2053366888" sldId="257"/>
            <ac:spMk id="2" creationId="{AE8BF150-0725-292F-272C-2902C509A4F5}"/>
          </ac:spMkLst>
        </pc:spChg>
      </pc:sldChg>
      <pc:sldChg chg="modSp">
        <pc:chgData name="Cooper Wolf" userId="c8315c998c98f914" providerId="Windows Live" clId="Web-{9F763F33-6151-5D29-1554-A94C8FA4BC12}" dt="2025-03-08T21:32:14.948" v="4" actId="20577"/>
        <pc:sldMkLst>
          <pc:docMk/>
          <pc:sldMk cId="1138698216" sldId="258"/>
        </pc:sldMkLst>
        <pc:spChg chg="mod">
          <ac:chgData name="Cooper Wolf" userId="c8315c998c98f914" providerId="Windows Live" clId="Web-{9F763F33-6151-5D29-1554-A94C8FA4BC12}" dt="2025-03-08T21:32:14.948" v="4" actId="20577"/>
          <ac:spMkLst>
            <pc:docMk/>
            <pc:sldMk cId="1138698216" sldId="258"/>
            <ac:spMk id="6" creationId="{8127EEF1-A4C8-C8F9-70D4-B2F1CC718AA9}"/>
          </ac:spMkLst>
        </pc:spChg>
      </pc:sldChg>
      <pc:sldChg chg="modSp">
        <pc:chgData name="Cooper Wolf" userId="c8315c998c98f914" providerId="Windows Live" clId="Web-{9F763F33-6151-5D29-1554-A94C8FA4BC12}" dt="2025-03-08T21:42:32.433" v="269" actId="14100"/>
        <pc:sldMkLst>
          <pc:docMk/>
          <pc:sldMk cId="2292232001" sldId="268"/>
        </pc:sldMkLst>
        <pc:spChg chg="mod">
          <ac:chgData name="Cooper Wolf" userId="c8315c998c98f914" providerId="Windows Live" clId="Web-{9F763F33-6151-5D29-1554-A94C8FA4BC12}" dt="2025-03-08T21:42:32.433" v="269" actId="14100"/>
          <ac:spMkLst>
            <pc:docMk/>
            <pc:sldMk cId="2292232001" sldId="268"/>
            <ac:spMk id="2" creationId="{CA39C90B-AEB0-104C-2039-253B1E835F59}"/>
          </ac:spMkLst>
        </pc:spChg>
      </pc:sldChg>
      <pc:sldChg chg="modSp">
        <pc:chgData name="Cooper Wolf" userId="c8315c998c98f914" providerId="Windows Live" clId="Web-{9F763F33-6151-5D29-1554-A94C8FA4BC12}" dt="2025-03-08T21:46:31.496" v="292" actId="20577"/>
        <pc:sldMkLst>
          <pc:docMk/>
          <pc:sldMk cId="682151425" sldId="298"/>
        </pc:sldMkLst>
      </pc:sldChg>
      <pc:sldChg chg="del">
        <pc:chgData name="Cooper Wolf" userId="c8315c998c98f914" providerId="Windows Live" clId="Web-{9F763F33-6151-5D29-1554-A94C8FA4BC12}" dt="2025-03-08T21:32:43.698" v="5"/>
        <pc:sldMkLst>
          <pc:docMk/>
          <pc:sldMk cId="235678344" sldId="307"/>
        </pc:sldMkLst>
      </pc:sldChg>
      <pc:sldChg chg="modSp del">
        <pc:chgData name="Cooper Wolf" userId="c8315c998c98f914" providerId="Windows Live" clId="Web-{9F763F33-6151-5D29-1554-A94C8FA4BC12}" dt="2025-03-08T21:37:14.026" v="28"/>
        <pc:sldMkLst>
          <pc:docMk/>
          <pc:sldMk cId="3373000130" sldId="308"/>
        </pc:sldMkLst>
      </pc:sldChg>
      <pc:sldChg chg="del">
        <pc:chgData name="Cooper Wolf" userId="c8315c998c98f914" providerId="Windows Live" clId="Web-{9F763F33-6151-5D29-1554-A94C8FA4BC12}" dt="2025-03-08T21:35:47.011" v="26"/>
        <pc:sldMkLst>
          <pc:docMk/>
          <pc:sldMk cId="234237596" sldId="309"/>
        </pc:sldMkLst>
      </pc:sldChg>
      <pc:sldChg chg="modSp">
        <pc:chgData name="Cooper Wolf" userId="c8315c998c98f914" providerId="Windows Live" clId="Web-{9F763F33-6151-5D29-1554-A94C8FA4BC12}" dt="2025-03-08T21:39:43.183" v="166" actId="20577"/>
        <pc:sldMkLst>
          <pc:docMk/>
          <pc:sldMk cId="2724406728" sldId="310"/>
        </pc:sldMkLst>
        <pc:spChg chg="mod">
          <ac:chgData name="Cooper Wolf" userId="c8315c998c98f914" providerId="Windows Live" clId="Web-{9F763F33-6151-5D29-1554-A94C8FA4BC12}" dt="2025-03-08T21:39:43.183" v="166" actId="20577"/>
          <ac:spMkLst>
            <pc:docMk/>
            <pc:sldMk cId="2724406728" sldId="310"/>
            <ac:spMk id="2" creationId="{00000000-0000-0000-0000-000000000000}"/>
          </ac:spMkLst>
        </pc:spChg>
        <pc:spChg chg="mod">
          <ac:chgData name="Cooper Wolf" userId="c8315c998c98f914" providerId="Windows Live" clId="Web-{9F763F33-6151-5D29-1554-A94C8FA4BC12}" dt="2025-03-08T21:37:47.730" v="50" actId="20577"/>
          <ac:spMkLst>
            <pc:docMk/>
            <pc:sldMk cId="2724406728" sldId="310"/>
            <ac:spMk id="5" creationId="{00000000-0000-0000-0000-000000000000}"/>
          </ac:spMkLst>
        </pc:spChg>
      </pc:sldChg>
      <pc:sldChg chg="modSp">
        <pc:chgData name="Cooper Wolf" userId="c8315c998c98f914" providerId="Windows Live" clId="Web-{9F763F33-6151-5D29-1554-A94C8FA4BC12}" dt="2025-03-08T21:42:11.777" v="268" actId="14100"/>
        <pc:sldMkLst>
          <pc:docMk/>
          <pc:sldMk cId="500451211" sldId="311"/>
        </pc:sldMkLst>
        <pc:spChg chg="mod">
          <ac:chgData name="Cooper Wolf" userId="c8315c998c98f914" providerId="Windows Live" clId="Web-{9F763F33-6151-5D29-1554-A94C8FA4BC12}" dt="2025-03-08T21:42:11.777" v="268" actId="14100"/>
          <ac:spMkLst>
            <pc:docMk/>
            <pc:sldMk cId="500451211" sldId="311"/>
            <ac:spMk id="2" creationId="{00000000-0000-0000-0000-000000000000}"/>
          </ac:spMkLst>
        </pc:spChg>
        <pc:spChg chg="mod">
          <ac:chgData name="Cooper Wolf" userId="c8315c998c98f914" providerId="Windows Live" clId="Web-{9F763F33-6151-5D29-1554-A94C8FA4BC12}" dt="2025-03-08T21:38:06.823" v="63" actId="20577"/>
          <ac:spMkLst>
            <pc:docMk/>
            <pc:sldMk cId="500451211" sldId="311"/>
            <ac:spMk id="5" creationId="{00000000-0000-0000-0000-000000000000}"/>
          </ac:spMkLst>
        </pc:spChg>
      </pc:sldChg>
      <pc:sldChg chg="modSp">
        <pc:chgData name="Cooper Wolf" userId="c8315c998c98f914" providerId="Windows Live" clId="Web-{9F763F33-6151-5D29-1554-A94C8FA4BC12}" dt="2025-03-08T21:53:55.232" v="359" actId="20577"/>
        <pc:sldMkLst>
          <pc:docMk/>
          <pc:sldMk cId="2522510304" sldId="331"/>
        </pc:sldMkLst>
        <pc:spChg chg="mod">
          <ac:chgData name="Cooper Wolf" userId="c8315c998c98f914" providerId="Windows Live" clId="Web-{9F763F33-6151-5D29-1554-A94C8FA4BC12}" dt="2025-03-08T21:53:55.232" v="359" actId="20577"/>
          <ac:spMkLst>
            <pc:docMk/>
            <pc:sldMk cId="2522510304" sldId="331"/>
            <ac:spMk id="2" creationId="{00000000-0000-0000-0000-000000000000}"/>
          </ac:spMkLst>
        </pc:spChg>
      </pc:sldChg>
      <pc:sldChg chg="modSp">
        <pc:chgData name="Cooper Wolf" userId="c8315c998c98f914" providerId="Windows Live" clId="Web-{9F763F33-6151-5D29-1554-A94C8FA4BC12}" dt="2025-03-08T22:01:26.785" v="454" actId="20577"/>
        <pc:sldMkLst>
          <pc:docMk/>
          <pc:sldMk cId="3225734" sldId="333"/>
        </pc:sldMkLst>
        <pc:spChg chg="mod">
          <ac:chgData name="Cooper Wolf" userId="c8315c998c98f914" providerId="Windows Live" clId="Web-{9F763F33-6151-5D29-1554-A94C8FA4BC12}" dt="2025-03-08T22:01:26.785" v="454" actId="20577"/>
          <ac:spMkLst>
            <pc:docMk/>
            <pc:sldMk cId="3225734" sldId="333"/>
            <ac:spMk id="2" creationId="{00000000-0000-0000-0000-000000000000}"/>
          </ac:spMkLst>
        </pc:spChg>
      </pc:sldChg>
      <pc:sldChg chg="modSp">
        <pc:chgData name="Cooper Wolf" userId="c8315c998c98f914" providerId="Windows Live" clId="Web-{9F763F33-6151-5D29-1554-A94C8FA4BC12}" dt="2025-03-08T22:02:02.348" v="478" actId="20577"/>
        <pc:sldMkLst>
          <pc:docMk/>
          <pc:sldMk cId="1445180792" sldId="334"/>
        </pc:sldMkLst>
        <pc:spChg chg="mod">
          <ac:chgData name="Cooper Wolf" userId="c8315c998c98f914" providerId="Windows Live" clId="Web-{9F763F33-6151-5D29-1554-A94C8FA4BC12}" dt="2025-03-08T22:02:02.348" v="478" actId="20577"/>
          <ac:spMkLst>
            <pc:docMk/>
            <pc:sldMk cId="1445180792" sldId="334"/>
            <ac:spMk id="2" creationId="{00000000-0000-0000-0000-000000000000}"/>
          </ac:spMkLst>
        </pc:spChg>
      </pc:sldChg>
    </pc:docChg>
  </pc:docChgLst>
  <pc:docChgLst>
    <pc:chgData name="Jon Scales" userId="47be52a2c6b5a1e9" providerId="Windows Live" clId="Web-{B2BF9564-A332-425C-9F0F-FF929061FCD9}"/>
    <pc:docChg chg="addSld modSld">
      <pc:chgData name="Jon Scales" userId="47be52a2c6b5a1e9" providerId="Windows Live" clId="Web-{B2BF9564-A332-425C-9F0F-FF929061FCD9}" dt="2025-03-17T23:02:48.051" v="627" actId="20577"/>
      <pc:docMkLst>
        <pc:docMk/>
      </pc:docMkLst>
      <pc:sldChg chg="modSp">
        <pc:chgData name="Jon Scales" userId="47be52a2c6b5a1e9" providerId="Windows Live" clId="Web-{B2BF9564-A332-425C-9F0F-FF929061FCD9}" dt="2025-03-17T22:42:33.603" v="342" actId="20577"/>
        <pc:sldMkLst>
          <pc:docMk/>
          <pc:sldMk cId="2053366888" sldId="257"/>
        </pc:sldMkLst>
        <pc:spChg chg="mod">
          <ac:chgData name="Jon Scales" userId="47be52a2c6b5a1e9" providerId="Windows Live" clId="Web-{B2BF9564-A332-425C-9F0F-FF929061FCD9}" dt="2025-03-17T22:42:33.603" v="342" actId="20577"/>
          <ac:spMkLst>
            <pc:docMk/>
            <pc:sldMk cId="2053366888" sldId="257"/>
            <ac:spMk id="6" creationId="{00000000-0000-0000-0000-000000000000}"/>
          </ac:spMkLst>
        </pc:spChg>
      </pc:sldChg>
      <pc:sldChg chg="modSp">
        <pc:chgData name="Jon Scales" userId="47be52a2c6b5a1e9" providerId="Windows Live" clId="Web-{B2BF9564-A332-425C-9F0F-FF929061FCD9}" dt="2025-03-17T22:18:33.571" v="90" actId="20577"/>
        <pc:sldMkLst>
          <pc:docMk/>
          <pc:sldMk cId="1138698216" sldId="258"/>
        </pc:sldMkLst>
        <pc:spChg chg="mod">
          <ac:chgData name="Jon Scales" userId="47be52a2c6b5a1e9" providerId="Windows Live" clId="Web-{B2BF9564-A332-425C-9F0F-FF929061FCD9}" dt="2025-03-17T22:18:33.571" v="90" actId="20577"/>
          <ac:spMkLst>
            <pc:docMk/>
            <pc:sldMk cId="1138698216" sldId="258"/>
            <ac:spMk id="5" creationId="{00000000-0000-0000-0000-000000000000}"/>
          </ac:spMkLst>
        </pc:spChg>
      </pc:sldChg>
      <pc:sldChg chg="modSp">
        <pc:chgData name="Jon Scales" userId="47be52a2c6b5a1e9" providerId="Windows Live" clId="Web-{B2BF9564-A332-425C-9F0F-FF929061FCD9}" dt="2025-03-17T22:28:11.724" v="257" actId="14100"/>
        <pc:sldMkLst>
          <pc:docMk/>
          <pc:sldMk cId="2292232001" sldId="268"/>
        </pc:sldMkLst>
        <pc:spChg chg="mod">
          <ac:chgData name="Jon Scales" userId="47be52a2c6b5a1e9" providerId="Windows Live" clId="Web-{B2BF9564-A332-425C-9F0F-FF929061FCD9}" dt="2025-03-17T22:28:11.724" v="257" actId="14100"/>
          <ac:spMkLst>
            <pc:docMk/>
            <pc:sldMk cId="2292232001" sldId="268"/>
            <ac:spMk id="6" creationId="{8F89EB31-F5E8-9DF8-4B7B-A589D1365345}"/>
          </ac:spMkLst>
        </pc:spChg>
      </pc:sldChg>
      <pc:sldChg chg="modSp">
        <pc:chgData name="Jon Scales" userId="47be52a2c6b5a1e9" providerId="Windows Live" clId="Web-{B2BF9564-A332-425C-9F0F-FF929061FCD9}" dt="2025-03-17T22:35:22.140" v="278" actId="20577"/>
        <pc:sldMkLst>
          <pc:docMk/>
          <pc:sldMk cId="3041322731" sldId="269"/>
        </pc:sldMkLst>
        <pc:spChg chg="mod">
          <ac:chgData name="Jon Scales" userId="47be52a2c6b5a1e9" providerId="Windows Live" clId="Web-{B2BF9564-A332-425C-9F0F-FF929061FCD9}" dt="2025-03-17T22:35:22.140" v="278" actId="20577"/>
          <ac:spMkLst>
            <pc:docMk/>
            <pc:sldMk cId="3041322731" sldId="269"/>
            <ac:spMk id="6" creationId="{6A122976-755D-C11D-3E4F-0AF532099B6D}"/>
          </ac:spMkLst>
        </pc:spChg>
      </pc:sldChg>
      <pc:sldChg chg="modSp">
        <pc:chgData name="Jon Scales" userId="47be52a2c6b5a1e9" providerId="Windows Live" clId="Web-{B2BF9564-A332-425C-9F0F-FF929061FCD9}" dt="2025-03-17T22:35:36.109" v="282" actId="20577"/>
        <pc:sldMkLst>
          <pc:docMk/>
          <pc:sldMk cId="4098198360" sldId="282"/>
        </pc:sldMkLst>
        <pc:spChg chg="mod">
          <ac:chgData name="Jon Scales" userId="47be52a2c6b5a1e9" providerId="Windows Live" clId="Web-{B2BF9564-A332-425C-9F0F-FF929061FCD9}" dt="2025-03-17T22:35:36.109" v="282" actId="20577"/>
          <ac:spMkLst>
            <pc:docMk/>
            <pc:sldMk cId="4098198360" sldId="282"/>
            <ac:spMk id="6" creationId="{A141527B-FA41-6C8B-E86B-4F4C1789E345}"/>
          </ac:spMkLst>
        </pc:spChg>
      </pc:sldChg>
      <pc:sldChg chg="modSp">
        <pc:chgData name="Jon Scales" userId="47be52a2c6b5a1e9" providerId="Windows Live" clId="Web-{B2BF9564-A332-425C-9F0F-FF929061FCD9}" dt="2025-03-17T22:42:50.666" v="348" actId="20577"/>
        <pc:sldMkLst>
          <pc:docMk/>
          <pc:sldMk cId="90227251" sldId="299"/>
        </pc:sldMkLst>
        <pc:spChg chg="mod">
          <ac:chgData name="Jon Scales" userId="47be52a2c6b5a1e9" providerId="Windows Live" clId="Web-{B2BF9564-A332-425C-9F0F-FF929061FCD9}" dt="2025-03-17T22:42:50.666" v="348" actId="20577"/>
          <ac:spMkLst>
            <pc:docMk/>
            <pc:sldMk cId="90227251" sldId="299"/>
            <ac:spMk id="6" creationId="{00000000-0000-0000-0000-000000000000}"/>
          </ac:spMkLst>
        </pc:spChg>
      </pc:sldChg>
      <pc:sldChg chg="modSp">
        <pc:chgData name="Jon Scales" userId="47be52a2c6b5a1e9" providerId="Windows Live" clId="Web-{B2BF9564-A332-425C-9F0F-FF929061FCD9}" dt="2025-03-17T22:42:55.306" v="350" actId="20577"/>
        <pc:sldMkLst>
          <pc:docMk/>
          <pc:sldMk cId="1944522692" sldId="301"/>
        </pc:sldMkLst>
        <pc:spChg chg="mod">
          <ac:chgData name="Jon Scales" userId="47be52a2c6b5a1e9" providerId="Windows Live" clId="Web-{B2BF9564-A332-425C-9F0F-FF929061FCD9}" dt="2025-03-17T22:42:55.306" v="350" actId="20577"/>
          <ac:spMkLst>
            <pc:docMk/>
            <pc:sldMk cId="1944522692" sldId="301"/>
            <ac:spMk id="6" creationId="{00000000-0000-0000-0000-000000000000}"/>
          </ac:spMkLst>
        </pc:spChg>
      </pc:sldChg>
      <pc:sldChg chg="modSp">
        <pc:chgData name="Jon Scales" userId="47be52a2c6b5a1e9" providerId="Windows Live" clId="Web-{B2BF9564-A332-425C-9F0F-FF929061FCD9}" dt="2025-03-17T22:43:20.823" v="356" actId="20577"/>
        <pc:sldMkLst>
          <pc:docMk/>
          <pc:sldMk cId="1225833946" sldId="302"/>
        </pc:sldMkLst>
        <pc:spChg chg="mod">
          <ac:chgData name="Jon Scales" userId="47be52a2c6b5a1e9" providerId="Windows Live" clId="Web-{B2BF9564-A332-425C-9F0F-FF929061FCD9}" dt="2025-03-17T22:43:20.823" v="356" actId="20577"/>
          <ac:spMkLst>
            <pc:docMk/>
            <pc:sldMk cId="1225833946" sldId="302"/>
            <ac:spMk id="6" creationId="{00000000-0000-0000-0000-000000000000}"/>
          </ac:spMkLst>
        </pc:spChg>
      </pc:sldChg>
      <pc:sldChg chg="modSp">
        <pc:chgData name="Jon Scales" userId="47be52a2c6b5a1e9" providerId="Windows Live" clId="Web-{B2BF9564-A332-425C-9F0F-FF929061FCD9}" dt="2025-03-17T22:42:42.994" v="346" actId="20577"/>
        <pc:sldMkLst>
          <pc:docMk/>
          <pc:sldMk cId="3612099330" sldId="303"/>
        </pc:sldMkLst>
        <pc:spChg chg="mod">
          <ac:chgData name="Jon Scales" userId="47be52a2c6b5a1e9" providerId="Windows Live" clId="Web-{B2BF9564-A332-425C-9F0F-FF929061FCD9}" dt="2025-03-17T22:42:42.994" v="346" actId="20577"/>
          <ac:spMkLst>
            <pc:docMk/>
            <pc:sldMk cId="3612099330" sldId="303"/>
            <ac:spMk id="6" creationId="{00000000-0000-0000-0000-000000000000}"/>
          </ac:spMkLst>
        </pc:spChg>
      </pc:sldChg>
      <pc:sldChg chg="modSp">
        <pc:chgData name="Jon Scales" userId="47be52a2c6b5a1e9" providerId="Windows Live" clId="Web-{B2BF9564-A332-425C-9F0F-FF929061FCD9}" dt="2025-03-17T22:27:05.614" v="252" actId="20577"/>
        <pc:sldMkLst>
          <pc:docMk/>
          <pc:sldMk cId="2724406728" sldId="310"/>
        </pc:sldMkLst>
        <pc:spChg chg="mod">
          <ac:chgData name="Jon Scales" userId="47be52a2c6b5a1e9" providerId="Windows Live" clId="Web-{B2BF9564-A332-425C-9F0F-FF929061FCD9}" dt="2025-03-17T22:27:05.614" v="252" actId="20577"/>
          <ac:spMkLst>
            <pc:docMk/>
            <pc:sldMk cId="2724406728" sldId="310"/>
            <ac:spMk id="2" creationId="{00000000-0000-0000-0000-000000000000}"/>
          </ac:spMkLst>
        </pc:spChg>
      </pc:sldChg>
      <pc:sldChg chg="modSp">
        <pc:chgData name="Jon Scales" userId="47be52a2c6b5a1e9" providerId="Windows Live" clId="Web-{B2BF9564-A332-425C-9F0F-FF929061FCD9}" dt="2025-03-17T22:23:43.078" v="237" actId="20577"/>
        <pc:sldMkLst>
          <pc:docMk/>
          <pc:sldMk cId="500451211" sldId="311"/>
        </pc:sldMkLst>
        <pc:spChg chg="mod">
          <ac:chgData name="Jon Scales" userId="47be52a2c6b5a1e9" providerId="Windows Live" clId="Web-{B2BF9564-A332-425C-9F0F-FF929061FCD9}" dt="2025-03-17T22:23:43.078" v="237" actId="20577"/>
          <ac:spMkLst>
            <pc:docMk/>
            <pc:sldMk cId="500451211" sldId="311"/>
            <ac:spMk id="2" creationId="{00000000-0000-0000-0000-000000000000}"/>
          </ac:spMkLst>
        </pc:spChg>
      </pc:sldChg>
      <pc:sldChg chg="modSp">
        <pc:chgData name="Jon Scales" userId="47be52a2c6b5a1e9" providerId="Windows Live" clId="Web-{B2BF9564-A332-425C-9F0F-FF929061FCD9}" dt="2025-03-17T22:35:57.532" v="296" actId="20577"/>
        <pc:sldMkLst>
          <pc:docMk/>
          <pc:sldMk cId="3714209025" sldId="312"/>
        </pc:sldMkLst>
        <pc:spChg chg="mod">
          <ac:chgData name="Jon Scales" userId="47be52a2c6b5a1e9" providerId="Windows Live" clId="Web-{B2BF9564-A332-425C-9F0F-FF929061FCD9}" dt="2025-03-17T22:30:03.852" v="268"/>
          <ac:spMkLst>
            <pc:docMk/>
            <pc:sldMk cId="3714209025" sldId="312"/>
            <ac:spMk id="3" creationId="{00000000-0000-0000-0000-000000000000}"/>
          </ac:spMkLst>
        </pc:spChg>
        <pc:spChg chg="mod">
          <ac:chgData name="Jon Scales" userId="47be52a2c6b5a1e9" providerId="Windows Live" clId="Web-{B2BF9564-A332-425C-9F0F-FF929061FCD9}" dt="2025-03-17T22:35:57.532" v="296" actId="20577"/>
          <ac:spMkLst>
            <pc:docMk/>
            <pc:sldMk cId="3714209025" sldId="312"/>
            <ac:spMk id="6" creationId="{8F89EB31-F5E8-9DF8-4B7B-A589D1365345}"/>
          </ac:spMkLst>
        </pc:spChg>
      </pc:sldChg>
      <pc:sldChg chg="modSp">
        <pc:chgData name="Jon Scales" userId="47be52a2c6b5a1e9" providerId="Windows Live" clId="Web-{B2BF9564-A332-425C-9F0F-FF929061FCD9}" dt="2025-03-17T22:36:03.782" v="302" actId="20577"/>
        <pc:sldMkLst>
          <pc:docMk/>
          <pc:sldMk cId="2945194685" sldId="313"/>
        </pc:sldMkLst>
        <pc:spChg chg="mod">
          <ac:chgData name="Jon Scales" userId="47be52a2c6b5a1e9" providerId="Windows Live" clId="Web-{B2BF9564-A332-425C-9F0F-FF929061FCD9}" dt="2025-03-17T22:29:44.914" v="266"/>
          <ac:spMkLst>
            <pc:docMk/>
            <pc:sldMk cId="2945194685" sldId="313"/>
            <ac:spMk id="3" creationId="{00000000-0000-0000-0000-000000000000}"/>
          </ac:spMkLst>
        </pc:spChg>
        <pc:spChg chg="mod">
          <ac:chgData name="Jon Scales" userId="47be52a2c6b5a1e9" providerId="Windows Live" clId="Web-{B2BF9564-A332-425C-9F0F-FF929061FCD9}" dt="2025-03-17T22:36:03.782" v="302" actId="20577"/>
          <ac:spMkLst>
            <pc:docMk/>
            <pc:sldMk cId="2945194685" sldId="313"/>
            <ac:spMk id="6" creationId="{A141527B-FA41-6C8B-E86B-4F4C1789E345}"/>
          </ac:spMkLst>
        </pc:spChg>
      </pc:sldChg>
      <pc:sldChg chg="modSp">
        <pc:chgData name="Jon Scales" userId="47be52a2c6b5a1e9" providerId="Windows Live" clId="Web-{B2BF9564-A332-425C-9F0F-FF929061FCD9}" dt="2025-03-17T22:36:17.891" v="311" actId="20577"/>
        <pc:sldMkLst>
          <pc:docMk/>
          <pc:sldMk cId="4096569018" sldId="314"/>
        </pc:sldMkLst>
        <pc:spChg chg="mod">
          <ac:chgData name="Jon Scales" userId="47be52a2c6b5a1e9" providerId="Windows Live" clId="Web-{B2BF9564-A332-425C-9F0F-FF929061FCD9}" dt="2025-03-17T22:29:36.273" v="263"/>
          <ac:spMkLst>
            <pc:docMk/>
            <pc:sldMk cId="4096569018" sldId="314"/>
            <ac:spMk id="3" creationId="{00000000-0000-0000-0000-000000000000}"/>
          </ac:spMkLst>
        </pc:spChg>
        <pc:spChg chg="mod">
          <ac:chgData name="Jon Scales" userId="47be52a2c6b5a1e9" providerId="Windows Live" clId="Web-{B2BF9564-A332-425C-9F0F-FF929061FCD9}" dt="2025-03-17T22:36:17.891" v="311" actId="20577"/>
          <ac:spMkLst>
            <pc:docMk/>
            <pc:sldMk cId="4096569018" sldId="314"/>
            <ac:spMk id="6" creationId="{6A122976-755D-C11D-3E4F-0AF532099B6D}"/>
          </ac:spMkLst>
        </pc:spChg>
      </pc:sldChg>
      <pc:sldChg chg="modSp">
        <pc:chgData name="Jon Scales" userId="47be52a2c6b5a1e9" providerId="Windows Live" clId="Web-{B2BF9564-A332-425C-9F0F-FF929061FCD9}" dt="2025-03-17T22:37:07.424" v="331" actId="20577"/>
        <pc:sldMkLst>
          <pc:docMk/>
          <pc:sldMk cId="35394364" sldId="316"/>
        </pc:sldMkLst>
        <pc:spChg chg="mod">
          <ac:chgData name="Jon Scales" userId="47be52a2c6b5a1e9" providerId="Windows Live" clId="Web-{B2BF9564-A332-425C-9F0F-FF929061FCD9}" dt="2025-03-17T22:37:07.424" v="331" actId="20577"/>
          <ac:spMkLst>
            <pc:docMk/>
            <pc:sldMk cId="35394364" sldId="316"/>
            <ac:spMk id="6" creationId="{A141527B-FA41-6C8B-E86B-4F4C1789E345}"/>
          </ac:spMkLst>
        </pc:spChg>
      </pc:sldChg>
      <pc:sldChg chg="modSp">
        <pc:chgData name="Jon Scales" userId="47be52a2c6b5a1e9" providerId="Windows Live" clId="Web-{B2BF9564-A332-425C-9F0F-FF929061FCD9}" dt="2025-03-17T22:37:12.814" v="333" actId="20577"/>
        <pc:sldMkLst>
          <pc:docMk/>
          <pc:sldMk cId="2497830994" sldId="317"/>
        </pc:sldMkLst>
        <pc:spChg chg="mod">
          <ac:chgData name="Jon Scales" userId="47be52a2c6b5a1e9" providerId="Windows Live" clId="Web-{B2BF9564-A332-425C-9F0F-FF929061FCD9}" dt="2025-03-17T22:37:12.814" v="333" actId="20577"/>
          <ac:spMkLst>
            <pc:docMk/>
            <pc:sldMk cId="2497830994" sldId="317"/>
            <ac:spMk id="6" creationId="{6A122976-755D-C11D-3E4F-0AF532099B6D}"/>
          </ac:spMkLst>
        </pc:spChg>
      </pc:sldChg>
      <pc:sldChg chg="modSp">
        <pc:chgData name="Jon Scales" userId="47be52a2c6b5a1e9" providerId="Windows Live" clId="Web-{B2BF9564-A332-425C-9F0F-FF929061FCD9}" dt="2025-03-17T22:48:22.782" v="380" actId="20577"/>
        <pc:sldMkLst>
          <pc:docMk/>
          <pc:sldMk cId="959935279" sldId="318"/>
        </pc:sldMkLst>
        <pc:spChg chg="mod">
          <ac:chgData name="Jon Scales" userId="47be52a2c6b5a1e9" providerId="Windows Live" clId="Web-{B2BF9564-A332-425C-9F0F-FF929061FCD9}" dt="2025-03-17T22:48:22.782" v="380" actId="20577"/>
          <ac:spMkLst>
            <pc:docMk/>
            <pc:sldMk cId="959935279" sldId="318"/>
            <ac:spMk id="6" creationId="{8F89EB31-F5E8-9DF8-4B7B-A589D1365345}"/>
          </ac:spMkLst>
        </pc:spChg>
      </pc:sldChg>
      <pc:sldChg chg="modSp">
        <pc:chgData name="Jon Scales" userId="47be52a2c6b5a1e9" providerId="Windows Live" clId="Web-{B2BF9564-A332-425C-9F0F-FF929061FCD9}" dt="2025-03-17T22:50:28.582" v="396" actId="20577"/>
        <pc:sldMkLst>
          <pc:docMk/>
          <pc:sldMk cId="4019550979" sldId="319"/>
        </pc:sldMkLst>
        <pc:spChg chg="mod">
          <ac:chgData name="Jon Scales" userId="47be52a2c6b5a1e9" providerId="Windows Live" clId="Web-{B2BF9564-A332-425C-9F0F-FF929061FCD9}" dt="2025-03-17T22:50:28.582" v="396" actId="20577"/>
          <ac:spMkLst>
            <pc:docMk/>
            <pc:sldMk cId="4019550979" sldId="319"/>
            <ac:spMk id="6" creationId="{A141527B-FA41-6C8B-E86B-4F4C1789E345}"/>
          </ac:spMkLst>
        </pc:spChg>
      </pc:sldChg>
      <pc:sldChg chg="modSp">
        <pc:chgData name="Jon Scales" userId="47be52a2c6b5a1e9" providerId="Windows Live" clId="Web-{B2BF9564-A332-425C-9F0F-FF929061FCD9}" dt="2025-03-17T22:44:10.714" v="361" actId="20577"/>
        <pc:sldMkLst>
          <pc:docMk/>
          <pc:sldMk cId="2512939755" sldId="321"/>
        </pc:sldMkLst>
        <pc:spChg chg="mod">
          <ac:chgData name="Jon Scales" userId="47be52a2c6b5a1e9" providerId="Windows Live" clId="Web-{B2BF9564-A332-425C-9F0F-FF929061FCD9}" dt="2025-03-17T22:44:10.714" v="361" actId="20577"/>
          <ac:spMkLst>
            <pc:docMk/>
            <pc:sldMk cId="2512939755" sldId="321"/>
            <ac:spMk id="6" creationId="{00000000-0000-0000-0000-000000000000}"/>
          </ac:spMkLst>
        </pc:spChg>
      </pc:sldChg>
      <pc:sldChg chg="modSp">
        <pc:chgData name="Jon Scales" userId="47be52a2c6b5a1e9" providerId="Windows Live" clId="Web-{B2BF9564-A332-425C-9F0F-FF929061FCD9}" dt="2025-03-17T22:44:15.386" v="364" actId="20577"/>
        <pc:sldMkLst>
          <pc:docMk/>
          <pc:sldMk cId="4169630257" sldId="322"/>
        </pc:sldMkLst>
        <pc:spChg chg="mod">
          <ac:chgData name="Jon Scales" userId="47be52a2c6b5a1e9" providerId="Windows Live" clId="Web-{B2BF9564-A332-425C-9F0F-FF929061FCD9}" dt="2025-03-17T22:44:15.386" v="364" actId="20577"/>
          <ac:spMkLst>
            <pc:docMk/>
            <pc:sldMk cId="4169630257" sldId="322"/>
            <ac:spMk id="6" creationId="{00000000-0000-0000-0000-000000000000}"/>
          </ac:spMkLst>
        </pc:spChg>
      </pc:sldChg>
      <pc:sldChg chg="modSp">
        <pc:chgData name="Jon Scales" userId="47be52a2c6b5a1e9" providerId="Windows Live" clId="Web-{B2BF9564-A332-425C-9F0F-FF929061FCD9}" dt="2025-03-17T22:45:05.169" v="369" actId="20577"/>
        <pc:sldMkLst>
          <pc:docMk/>
          <pc:sldMk cId="3568682878" sldId="323"/>
        </pc:sldMkLst>
        <pc:spChg chg="mod">
          <ac:chgData name="Jon Scales" userId="47be52a2c6b5a1e9" providerId="Windows Live" clId="Web-{B2BF9564-A332-425C-9F0F-FF929061FCD9}" dt="2025-03-17T22:45:05.169" v="369" actId="20577"/>
          <ac:spMkLst>
            <pc:docMk/>
            <pc:sldMk cId="3568682878" sldId="323"/>
            <ac:spMk id="6" creationId="{00000000-0000-0000-0000-000000000000}"/>
          </ac:spMkLst>
        </pc:spChg>
      </pc:sldChg>
      <pc:sldChg chg="modSp">
        <pc:chgData name="Jon Scales" userId="47be52a2c6b5a1e9" providerId="Windows Live" clId="Web-{B2BF9564-A332-425C-9F0F-FF929061FCD9}" dt="2025-03-17T22:44:22.183" v="366" actId="20577"/>
        <pc:sldMkLst>
          <pc:docMk/>
          <pc:sldMk cId="4213291089" sldId="324"/>
        </pc:sldMkLst>
        <pc:spChg chg="mod">
          <ac:chgData name="Jon Scales" userId="47be52a2c6b5a1e9" providerId="Windows Live" clId="Web-{B2BF9564-A332-425C-9F0F-FF929061FCD9}" dt="2025-03-17T22:44:22.183" v="366" actId="20577"/>
          <ac:spMkLst>
            <pc:docMk/>
            <pc:sldMk cId="4213291089" sldId="324"/>
            <ac:spMk id="6" creationId="{00000000-0000-0000-0000-000000000000}"/>
          </ac:spMkLst>
        </pc:spChg>
      </pc:sldChg>
      <pc:sldChg chg="modSp">
        <pc:chgData name="Jon Scales" userId="47be52a2c6b5a1e9" providerId="Windows Live" clId="Web-{B2BF9564-A332-425C-9F0F-FF929061FCD9}" dt="2025-03-17T23:02:48.051" v="627" actId="20577"/>
        <pc:sldMkLst>
          <pc:docMk/>
          <pc:sldMk cId="136740484" sldId="330"/>
        </pc:sldMkLst>
        <pc:spChg chg="mod">
          <ac:chgData name="Jon Scales" userId="47be52a2c6b5a1e9" providerId="Windows Live" clId="Web-{B2BF9564-A332-425C-9F0F-FF929061FCD9}" dt="2025-03-17T23:02:48.051" v="627" actId="20577"/>
          <ac:spMkLst>
            <pc:docMk/>
            <pc:sldMk cId="136740484" sldId="330"/>
            <ac:spMk id="2" creationId="{00000000-0000-0000-0000-000000000000}"/>
          </ac:spMkLst>
        </pc:spChg>
      </pc:sldChg>
      <pc:sldChg chg="modSp">
        <pc:chgData name="Jon Scales" userId="47be52a2c6b5a1e9" providerId="Windows Live" clId="Web-{B2BF9564-A332-425C-9F0F-FF929061FCD9}" dt="2025-03-17T22:59:47.750" v="462" actId="20577"/>
        <pc:sldMkLst>
          <pc:docMk/>
          <pc:sldMk cId="2522510304" sldId="331"/>
        </pc:sldMkLst>
        <pc:spChg chg="mod">
          <ac:chgData name="Jon Scales" userId="47be52a2c6b5a1e9" providerId="Windows Live" clId="Web-{B2BF9564-A332-425C-9F0F-FF929061FCD9}" dt="2025-03-17T22:59:47.750" v="462" actId="20577"/>
          <ac:spMkLst>
            <pc:docMk/>
            <pc:sldMk cId="2522510304" sldId="331"/>
            <ac:spMk id="2" creationId="{00000000-0000-0000-0000-000000000000}"/>
          </ac:spMkLst>
        </pc:spChg>
      </pc:sldChg>
      <pc:sldChg chg="modSp">
        <pc:chgData name="Jon Scales" userId="47be52a2c6b5a1e9" providerId="Windows Live" clId="Web-{B2BF9564-A332-425C-9F0F-FF929061FCD9}" dt="2025-03-17T22:54:09.868" v="406" actId="20577"/>
        <pc:sldMkLst>
          <pc:docMk/>
          <pc:sldMk cId="1445180792" sldId="334"/>
        </pc:sldMkLst>
        <pc:spChg chg="mod">
          <ac:chgData name="Jon Scales" userId="47be52a2c6b5a1e9" providerId="Windows Live" clId="Web-{B2BF9564-A332-425C-9F0F-FF929061FCD9}" dt="2025-03-17T22:54:09.868" v="406" actId="20577"/>
          <ac:spMkLst>
            <pc:docMk/>
            <pc:sldMk cId="1445180792" sldId="334"/>
            <ac:spMk id="2" creationId="{00000000-0000-0000-0000-000000000000}"/>
          </ac:spMkLst>
        </pc:spChg>
      </pc:sldChg>
      <pc:sldChg chg="modSp">
        <pc:chgData name="Jon Scales" userId="47be52a2c6b5a1e9" providerId="Windows Live" clId="Web-{B2BF9564-A332-425C-9F0F-FF929061FCD9}" dt="2025-03-17T22:36:58.345" v="329" actId="20577"/>
        <pc:sldMkLst>
          <pc:docMk/>
          <pc:sldMk cId="3473180127" sldId="363"/>
        </pc:sldMkLst>
        <pc:spChg chg="mod">
          <ac:chgData name="Jon Scales" userId="47be52a2c6b5a1e9" providerId="Windows Live" clId="Web-{B2BF9564-A332-425C-9F0F-FF929061FCD9}" dt="2025-03-17T22:36:58.345" v="329" actId="20577"/>
          <ac:spMkLst>
            <pc:docMk/>
            <pc:sldMk cId="3473180127" sldId="363"/>
            <ac:spMk id="2" creationId="{8DB151EF-6281-E735-0C39-360B898011C9}"/>
          </ac:spMkLst>
        </pc:spChg>
      </pc:sldChg>
      <pc:sldChg chg="modSp">
        <pc:chgData name="Jon Scales" userId="47be52a2c6b5a1e9" providerId="Windows Live" clId="Web-{B2BF9564-A332-425C-9F0F-FF929061FCD9}" dt="2025-03-17T22:36:27.345" v="319" actId="20577"/>
        <pc:sldMkLst>
          <pc:docMk/>
          <pc:sldMk cId="3239516984" sldId="365"/>
        </pc:sldMkLst>
        <pc:spChg chg="mod">
          <ac:chgData name="Jon Scales" userId="47be52a2c6b5a1e9" providerId="Windows Live" clId="Web-{B2BF9564-A332-425C-9F0F-FF929061FCD9}" dt="2025-03-17T22:36:27.345" v="319" actId="20577"/>
          <ac:spMkLst>
            <pc:docMk/>
            <pc:sldMk cId="3239516984" sldId="365"/>
            <ac:spMk id="2" creationId="{C17B0A90-6C58-A77F-97CD-42C4F00771F8}"/>
          </ac:spMkLst>
        </pc:spChg>
        <pc:spChg chg="mod">
          <ac:chgData name="Jon Scales" userId="47be52a2c6b5a1e9" providerId="Windows Live" clId="Web-{B2BF9564-A332-425C-9F0F-FF929061FCD9}" dt="2025-03-17T22:29:57.680" v="267"/>
          <ac:spMkLst>
            <pc:docMk/>
            <pc:sldMk cId="3239516984" sldId="365"/>
            <ac:spMk id="3" creationId="{CB067B58-C415-C3E5-7618-2E3C6AEA4FBB}"/>
          </ac:spMkLst>
        </pc:spChg>
      </pc:sldChg>
      <pc:sldChg chg="modSp">
        <pc:chgData name="Jon Scales" userId="47be52a2c6b5a1e9" providerId="Windows Live" clId="Web-{B2BF9564-A332-425C-9F0F-FF929061FCD9}" dt="2025-03-17T22:43:25.104" v="357" actId="20577"/>
        <pc:sldMkLst>
          <pc:docMk/>
          <pc:sldMk cId="2710652861" sldId="366"/>
        </pc:sldMkLst>
        <pc:spChg chg="mod">
          <ac:chgData name="Jon Scales" userId="47be52a2c6b5a1e9" providerId="Windows Live" clId="Web-{B2BF9564-A332-425C-9F0F-FF929061FCD9}" dt="2025-03-17T22:43:25.104" v="357" actId="20577"/>
          <ac:spMkLst>
            <pc:docMk/>
            <pc:sldMk cId="2710652861" sldId="366"/>
            <ac:spMk id="2" creationId="{C4345642-A60B-EB6C-44C0-147CC3300DF1}"/>
          </ac:spMkLst>
        </pc:spChg>
      </pc:sldChg>
      <pc:sldChg chg="modSp">
        <pc:chgData name="Jon Scales" userId="47be52a2c6b5a1e9" providerId="Windows Live" clId="Web-{B2BF9564-A332-425C-9F0F-FF929061FCD9}" dt="2025-03-17T22:42:38.775" v="344" actId="20577"/>
        <pc:sldMkLst>
          <pc:docMk/>
          <pc:sldMk cId="1954006610" sldId="367"/>
        </pc:sldMkLst>
        <pc:spChg chg="mod">
          <ac:chgData name="Jon Scales" userId="47be52a2c6b5a1e9" providerId="Windows Live" clId="Web-{B2BF9564-A332-425C-9F0F-FF929061FCD9}" dt="2025-03-17T22:42:38.775" v="344" actId="20577"/>
          <ac:spMkLst>
            <pc:docMk/>
            <pc:sldMk cId="1954006610" sldId="367"/>
            <ac:spMk id="6" creationId="{066F8EBC-541F-1E9C-7AEF-0B353D36825B}"/>
          </ac:spMkLst>
        </pc:spChg>
      </pc:sldChg>
      <pc:sldChg chg="modSp">
        <pc:chgData name="Jon Scales" userId="47be52a2c6b5a1e9" providerId="Windows Live" clId="Web-{B2BF9564-A332-425C-9F0F-FF929061FCD9}" dt="2025-03-17T22:43:03.010" v="353" actId="20577"/>
        <pc:sldMkLst>
          <pc:docMk/>
          <pc:sldMk cId="3496102313" sldId="368"/>
        </pc:sldMkLst>
        <pc:spChg chg="mod">
          <ac:chgData name="Jon Scales" userId="47be52a2c6b5a1e9" providerId="Windows Live" clId="Web-{B2BF9564-A332-425C-9F0F-FF929061FCD9}" dt="2025-03-17T22:43:03.010" v="353" actId="20577"/>
          <ac:spMkLst>
            <pc:docMk/>
            <pc:sldMk cId="3496102313" sldId="368"/>
            <ac:spMk id="6" creationId="{E1B00D24-EF34-6801-F73D-1A6618D349F8}"/>
          </ac:spMkLst>
        </pc:spChg>
      </pc:sldChg>
      <pc:sldChg chg="modSp">
        <pc:chgData name="Jon Scales" userId="47be52a2c6b5a1e9" providerId="Windows Live" clId="Web-{B2BF9564-A332-425C-9F0F-FF929061FCD9}" dt="2025-03-17T22:43:08.073" v="355" actId="20577"/>
        <pc:sldMkLst>
          <pc:docMk/>
          <pc:sldMk cId="2709061771" sldId="369"/>
        </pc:sldMkLst>
        <pc:spChg chg="mod">
          <ac:chgData name="Jon Scales" userId="47be52a2c6b5a1e9" providerId="Windows Live" clId="Web-{B2BF9564-A332-425C-9F0F-FF929061FCD9}" dt="2025-03-17T22:43:08.073" v="355" actId="20577"/>
          <ac:spMkLst>
            <pc:docMk/>
            <pc:sldMk cId="2709061771" sldId="369"/>
            <ac:spMk id="6" creationId="{78061286-0448-8F51-09CD-6825AB07CD19}"/>
          </ac:spMkLst>
        </pc:spChg>
      </pc:sldChg>
      <pc:sldChg chg="modSp new">
        <pc:chgData name="Jon Scales" userId="47be52a2c6b5a1e9" providerId="Windows Live" clId="Web-{B2BF9564-A332-425C-9F0F-FF929061FCD9}" dt="2025-03-17T22:24:11.375" v="240" actId="20577"/>
        <pc:sldMkLst>
          <pc:docMk/>
          <pc:sldMk cId="1807473207" sldId="373"/>
        </pc:sldMkLst>
        <pc:spChg chg="mod">
          <ac:chgData name="Jon Scales" userId="47be52a2c6b5a1e9" providerId="Windows Live" clId="Web-{B2BF9564-A332-425C-9F0F-FF929061FCD9}" dt="2025-03-17T22:19:00.041" v="101" actId="20577"/>
          <ac:spMkLst>
            <pc:docMk/>
            <pc:sldMk cId="1807473207" sldId="373"/>
            <ac:spMk id="2" creationId="{36FCFAB7-0BD8-5DFD-5065-B436A3842BB5}"/>
          </ac:spMkLst>
        </pc:spChg>
        <pc:spChg chg="mod">
          <ac:chgData name="Jon Scales" userId="47be52a2c6b5a1e9" providerId="Windows Live" clId="Web-{B2BF9564-A332-425C-9F0F-FF929061FCD9}" dt="2025-03-17T22:24:11.375" v="240" actId="20577"/>
          <ac:spMkLst>
            <pc:docMk/>
            <pc:sldMk cId="1807473207" sldId="373"/>
            <ac:spMk id="3" creationId="{1B264FFA-DF95-78E7-25B2-8F2A0F7B6C05}"/>
          </ac:spMkLst>
        </pc:spChg>
      </pc:sldChg>
    </pc:docChg>
  </pc:docChgLst>
  <pc:docChgLst>
    <pc:chgData name="Cooper Wolf" userId="c8315c998c98f914" providerId="Windows Live" clId="Web-{19B91F34-6734-48DD-01F2-D2E8071596D7}"/>
    <pc:docChg chg="addSld delSld modSld">
      <pc:chgData name="Cooper Wolf" userId="c8315c998c98f914" providerId="Windows Live" clId="Web-{19B91F34-6734-48DD-01F2-D2E8071596D7}" dt="2025-03-05T00:12:16.218" v="693" actId="20577"/>
      <pc:docMkLst>
        <pc:docMk/>
      </pc:docMkLst>
      <pc:sldChg chg="modSp">
        <pc:chgData name="Cooper Wolf" userId="c8315c998c98f914" providerId="Windows Live" clId="Web-{19B91F34-6734-48DD-01F2-D2E8071596D7}" dt="2025-03-05T00:11:57.358" v="691" actId="20577"/>
        <pc:sldMkLst>
          <pc:docMk/>
          <pc:sldMk cId="2053366888" sldId="257"/>
        </pc:sldMkLst>
        <pc:spChg chg="mod">
          <ac:chgData name="Cooper Wolf" userId="c8315c998c98f914" providerId="Windows Live" clId="Web-{19B91F34-6734-48DD-01F2-D2E8071596D7}" dt="2025-03-05T00:11:57.358" v="691" actId="20577"/>
          <ac:spMkLst>
            <pc:docMk/>
            <pc:sldMk cId="2053366888" sldId="257"/>
            <ac:spMk id="2" creationId="{AE8BF150-0725-292F-272C-2902C509A4F5}"/>
          </ac:spMkLst>
        </pc:spChg>
      </pc:sldChg>
      <pc:sldChg chg="modSp">
        <pc:chgData name="Cooper Wolf" userId="c8315c998c98f914" providerId="Windows Live" clId="Web-{19B91F34-6734-48DD-01F2-D2E8071596D7}" dt="2025-03-05T00:04:34.573" v="528" actId="14100"/>
        <pc:sldMkLst>
          <pc:docMk/>
          <pc:sldMk cId="3041322731" sldId="269"/>
        </pc:sldMkLst>
        <pc:spChg chg="mod">
          <ac:chgData name="Cooper Wolf" userId="c8315c998c98f914" providerId="Windows Live" clId="Web-{19B91F34-6734-48DD-01F2-D2E8071596D7}" dt="2025-03-05T00:04:34.573" v="528" actId="14100"/>
          <ac:spMkLst>
            <pc:docMk/>
            <pc:sldMk cId="3041322731" sldId="269"/>
            <ac:spMk id="2" creationId="{37A67985-1256-D1C0-F330-3FE951D3CD4F}"/>
          </ac:spMkLst>
        </pc:spChg>
      </pc:sldChg>
      <pc:sldChg chg="modSp">
        <pc:chgData name="Cooper Wolf" userId="c8315c998c98f914" providerId="Windows Live" clId="Web-{19B91F34-6734-48DD-01F2-D2E8071596D7}" dt="2025-03-04T23:37:17.977" v="406" actId="20577"/>
        <pc:sldMkLst>
          <pc:docMk/>
          <pc:sldMk cId="297494329" sldId="297"/>
        </pc:sldMkLst>
        <pc:spChg chg="mod">
          <ac:chgData name="Cooper Wolf" userId="c8315c998c98f914" providerId="Windows Live" clId="Web-{19B91F34-6734-48DD-01F2-D2E8071596D7}" dt="2025-03-04T23:37:17.977" v="406" actId="20577"/>
          <ac:spMkLst>
            <pc:docMk/>
            <pc:sldMk cId="297494329" sldId="297"/>
            <ac:spMk id="3" creationId="{D6AF7149-18C9-E31D-3B3A-90972BB96DFF}"/>
          </ac:spMkLst>
        </pc:spChg>
      </pc:sldChg>
      <pc:sldChg chg="modSp">
        <pc:chgData name="Cooper Wolf" userId="c8315c998c98f914" providerId="Windows Live" clId="Web-{19B91F34-6734-48DD-01F2-D2E8071596D7}" dt="2025-03-05T00:12:16.218" v="693" actId="20577"/>
        <pc:sldMkLst>
          <pc:docMk/>
          <pc:sldMk cId="2264167058" sldId="304"/>
        </pc:sldMkLst>
      </pc:sldChg>
      <pc:sldChg chg="modSp">
        <pc:chgData name="Cooper Wolf" userId="c8315c998c98f914" providerId="Windows Live" clId="Web-{19B91F34-6734-48DD-01F2-D2E8071596D7}" dt="2025-03-04T23:25:52.919" v="162" actId="20577"/>
        <pc:sldMkLst>
          <pc:docMk/>
          <pc:sldMk cId="3465228325" sldId="305"/>
        </pc:sldMkLst>
      </pc:sldChg>
      <pc:sldChg chg="modSp">
        <pc:chgData name="Cooper Wolf" userId="c8315c998c98f914" providerId="Windows Live" clId="Web-{19B91F34-6734-48DD-01F2-D2E8071596D7}" dt="2025-03-04T23:23:34.839" v="79" actId="20577"/>
        <pc:sldMkLst>
          <pc:docMk/>
          <pc:sldMk cId="3711513274" sldId="306"/>
        </pc:sldMkLst>
      </pc:sldChg>
      <pc:sldChg chg="modSp">
        <pc:chgData name="Cooper Wolf" userId="c8315c998c98f914" providerId="Windows Live" clId="Web-{19B91F34-6734-48DD-01F2-D2E8071596D7}" dt="2025-03-04T23:23:38.808" v="80" actId="20577"/>
        <pc:sldMkLst>
          <pc:docMk/>
          <pc:sldMk cId="235678344" sldId="307"/>
        </pc:sldMkLst>
      </pc:sldChg>
      <pc:sldChg chg="modSp">
        <pc:chgData name="Cooper Wolf" userId="c8315c998c98f914" providerId="Windows Live" clId="Web-{19B91F34-6734-48DD-01F2-D2E8071596D7}" dt="2025-03-04T23:30:06.062" v="253" actId="20577"/>
        <pc:sldMkLst>
          <pc:docMk/>
          <pc:sldMk cId="3373000130" sldId="308"/>
        </pc:sldMkLst>
      </pc:sldChg>
      <pc:sldChg chg="modSp">
        <pc:chgData name="Cooper Wolf" userId="c8315c998c98f914" providerId="Windows Live" clId="Web-{19B91F34-6734-48DD-01F2-D2E8071596D7}" dt="2025-03-04T23:31:23.375" v="327" actId="20577"/>
        <pc:sldMkLst>
          <pc:docMk/>
          <pc:sldMk cId="234237596" sldId="309"/>
        </pc:sldMkLst>
      </pc:sldChg>
      <pc:sldChg chg="modSp">
        <pc:chgData name="Cooper Wolf" userId="c8315c998c98f914" providerId="Windows Live" clId="Web-{19B91F34-6734-48DD-01F2-D2E8071596D7}" dt="2025-03-04T23:34:02.803" v="330" actId="20577"/>
        <pc:sldMkLst>
          <pc:docMk/>
          <pc:sldMk cId="2724406728" sldId="310"/>
        </pc:sldMkLst>
        <pc:spChg chg="mod">
          <ac:chgData name="Cooper Wolf" userId="c8315c998c98f914" providerId="Windows Live" clId="Web-{19B91F34-6734-48DD-01F2-D2E8071596D7}" dt="2025-03-04T23:34:02.803" v="330" actId="20577"/>
          <ac:spMkLst>
            <pc:docMk/>
            <pc:sldMk cId="2724406728" sldId="310"/>
            <ac:spMk id="2" creationId="{00000000-0000-0000-0000-000000000000}"/>
          </ac:spMkLst>
        </pc:spChg>
      </pc:sldChg>
      <pc:sldChg chg="modSp">
        <pc:chgData name="Cooper Wolf" userId="c8315c998c98f914" providerId="Windows Live" clId="Web-{19B91F34-6734-48DD-01F2-D2E8071596D7}" dt="2025-03-05T00:06:33.715" v="617" actId="20577"/>
        <pc:sldMkLst>
          <pc:docMk/>
          <pc:sldMk cId="3714209025" sldId="312"/>
        </pc:sldMkLst>
        <pc:spChg chg="mod">
          <ac:chgData name="Cooper Wolf" userId="c8315c998c98f914" providerId="Windows Live" clId="Web-{19B91F34-6734-48DD-01F2-D2E8071596D7}" dt="2025-03-04T23:58:21.991" v="459" actId="20577"/>
          <ac:spMkLst>
            <pc:docMk/>
            <pc:sldMk cId="3714209025" sldId="312"/>
            <ac:spMk id="3" creationId="{00000000-0000-0000-0000-000000000000}"/>
          </ac:spMkLst>
        </pc:spChg>
        <pc:spChg chg="mod">
          <ac:chgData name="Cooper Wolf" userId="c8315c998c98f914" providerId="Windows Live" clId="Web-{19B91F34-6734-48DD-01F2-D2E8071596D7}" dt="2025-03-05T00:06:33.715" v="617" actId="20577"/>
          <ac:spMkLst>
            <pc:docMk/>
            <pc:sldMk cId="3714209025" sldId="312"/>
            <ac:spMk id="6" creationId="{8F89EB31-F5E8-9DF8-4B7B-A589D1365345}"/>
          </ac:spMkLst>
        </pc:spChg>
      </pc:sldChg>
      <pc:sldChg chg="modSp">
        <pc:chgData name="Cooper Wolf" userId="c8315c998c98f914" providerId="Windows Live" clId="Web-{19B91F34-6734-48DD-01F2-D2E8071596D7}" dt="2025-03-05T00:01:53.431" v="495" actId="20577"/>
        <pc:sldMkLst>
          <pc:docMk/>
          <pc:sldMk cId="2945194685" sldId="313"/>
        </pc:sldMkLst>
        <pc:spChg chg="mod">
          <ac:chgData name="Cooper Wolf" userId="c8315c998c98f914" providerId="Windows Live" clId="Web-{19B91F34-6734-48DD-01F2-D2E8071596D7}" dt="2025-03-04T23:59:05.914" v="464" actId="20577"/>
          <ac:spMkLst>
            <pc:docMk/>
            <pc:sldMk cId="2945194685" sldId="313"/>
            <ac:spMk id="3" creationId="{00000000-0000-0000-0000-000000000000}"/>
          </ac:spMkLst>
        </pc:spChg>
        <pc:spChg chg="mod">
          <ac:chgData name="Cooper Wolf" userId="c8315c998c98f914" providerId="Windows Live" clId="Web-{19B91F34-6734-48DD-01F2-D2E8071596D7}" dt="2025-03-05T00:01:53.431" v="495" actId="20577"/>
          <ac:spMkLst>
            <pc:docMk/>
            <pc:sldMk cId="2945194685" sldId="313"/>
            <ac:spMk id="6" creationId="{A141527B-FA41-6C8B-E86B-4F4C1789E345}"/>
          </ac:spMkLst>
        </pc:spChg>
      </pc:sldChg>
      <pc:sldChg chg="modSp">
        <pc:chgData name="Cooper Wolf" userId="c8315c998c98f914" providerId="Windows Live" clId="Web-{19B91F34-6734-48DD-01F2-D2E8071596D7}" dt="2025-03-05T00:03:18.666" v="510" actId="20577"/>
        <pc:sldMkLst>
          <pc:docMk/>
          <pc:sldMk cId="4096569018" sldId="314"/>
        </pc:sldMkLst>
        <pc:spChg chg="mod">
          <ac:chgData name="Cooper Wolf" userId="c8315c998c98f914" providerId="Windows Live" clId="Web-{19B91F34-6734-48DD-01F2-D2E8071596D7}" dt="2025-03-05T00:03:18.666" v="510" actId="20577"/>
          <ac:spMkLst>
            <pc:docMk/>
            <pc:sldMk cId="4096569018" sldId="314"/>
            <ac:spMk id="3" creationId="{00000000-0000-0000-0000-000000000000}"/>
          </ac:spMkLst>
        </pc:spChg>
        <pc:spChg chg="mod">
          <ac:chgData name="Cooper Wolf" userId="c8315c998c98f914" providerId="Windows Live" clId="Web-{19B91F34-6734-48DD-01F2-D2E8071596D7}" dt="2025-03-05T00:01:50.259" v="492" actId="20577"/>
          <ac:spMkLst>
            <pc:docMk/>
            <pc:sldMk cId="4096569018" sldId="314"/>
            <ac:spMk id="6" creationId="{6A122976-755D-C11D-3E4F-0AF532099B6D}"/>
          </ac:spMkLst>
        </pc:spChg>
      </pc:sldChg>
      <pc:sldChg chg="modSp new del">
        <pc:chgData name="Cooper Wolf" userId="c8315c998c98f914" providerId="Windows Live" clId="Web-{19B91F34-6734-48DD-01F2-D2E8071596D7}" dt="2025-03-05T00:04:05.104" v="522"/>
        <pc:sldMkLst>
          <pc:docMk/>
          <pc:sldMk cId="3533130472" sldId="362"/>
        </pc:sldMkLst>
      </pc:sldChg>
      <pc:sldChg chg="modSp new">
        <pc:chgData name="Cooper Wolf" userId="c8315c998c98f914" providerId="Windows Live" clId="Web-{19B91F34-6734-48DD-01F2-D2E8071596D7}" dt="2025-03-05T00:07:40.747" v="620" actId="14100"/>
        <pc:sldMkLst>
          <pc:docMk/>
          <pc:sldMk cId="3473180127" sldId="363"/>
        </pc:sldMkLst>
        <pc:spChg chg="mod">
          <ac:chgData name="Cooper Wolf" userId="c8315c998c98f914" providerId="Windows Live" clId="Web-{19B91F34-6734-48DD-01F2-D2E8071596D7}" dt="2025-03-05T00:07:40.747" v="620" actId="14100"/>
          <ac:spMkLst>
            <pc:docMk/>
            <pc:sldMk cId="3473180127" sldId="363"/>
            <ac:spMk id="2" creationId="{8DB151EF-6281-E735-0C39-360B898011C9}"/>
          </ac:spMkLst>
        </pc:spChg>
        <pc:spChg chg="mod">
          <ac:chgData name="Cooper Wolf" userId="c8315c998c98f914" providerId="Windows Live" clId="Web-{19B91F34-6734-48DD-01F2-D2E8071596D7}" dt="2025-03-05T00:05:16.980" v="556" actId="20577"/>
          <ac:spMkLst>
            <pc:docMk/>
            <pc:sldMk cId="3473180127" sldId="363"/>
            <ac:spMk id="3" creationId="{C806BABF-7BC9-E4E8-323C-32ACE9D13C65}"/>
          </ac:spMkLst>
        </pc:spChg>
      </pc:sldChg>
      <pc:sldChg chg="modSp new del">
        <pc:chgData name="Cooper Wolf" userId="c8315c998c98f914" providerId="Windows Live" clId="Web-{19B91F34-6734-48DD-01F2-D2E8071596D7}" dt="2025-03-05T00:08:00.544" v="622"/>
        <pc:sldMkLst>
          <pc:docMk/>
          <pc:sldMk cId="2152614044" sldId="364"/>
        </pc:sldMkLst>
      </pc:sldChg>
      <pc:sldChg chg="modSp new">
        <pc:chgData name="Cooper Wolf" userId="c8315c998c98f914" providerId="Windows Live" clId="Web-{19B91F34-6734-48DD-01F2-D2E8071596D7}" dt="2025-03-05T00:07:32.309" v="619" actId="14100"/>
        <pc:sldMkLst>
          <pc:docMk/>
          <pc:sldMk cId="3239516984" sldId="365"/>
        </pc:sldMkLst>
        <pc:spChg chg="mod">
          <ac:chgData name="Cooper Wolf" userId="c8315c998c98f914" providerId="Windows Live" clId="Web-{19B91F34-6734-48DD-01F2-D2E8071596D7}" dt="2025-03-05T00:07:32.309" v="619" actId="14100"/>
          <ac:spMkLst>
            <pc:docMk/>
            <pc:sldMk cId="3239516984" sldId="365"/>
            <ac:spMk id="2" creationId="{C17B0A90-6C58-A77F-97CD-42C4F00771F8}"/>
          </ac:spMkLst>
        </pc:spChg>
        <pc:spChg chg="mod">
          <ac:chgData name="Cooper Wolf" userId="c8315c998c98f914" providerId="Windows Live" clId="Web-{19B91F34-6734-48DD-01F2-D2E8071596D7}" dt="2025-03-05T00:05:36.292" v="581" actId="20577"/>
          <ac:spMkLst>
            <pc:docMk/>
            <pc:sldMk cId="3239516984" sldId="365"/>
            <ac:spMk id="3" creationId="{CB067B58-C415-C3E5-7618-2E3C6AEA4FBB}"/>
          </ac:spMkLst>
        </pc:spChg>
      </pc:sldChg>
    </pc:docChg>
  </pc:docChgLst>
  <pc:docChgLst>
    <pc:chgData name="Jon Scales" userId="47be52a2c6b5a1e9" providerId="Windows Live" clId="Web-{5A9967CC-7DB4-B59B-F81C-27ED4F039BD1}"/>
    <pc:docChg chg="delSld modSld sldOrd">
      <pc:chgData name="Jon Scales" userId="47be52a2c6b5a1e9" providerId="Windows Live" clId="Web-{5A9967CC-7DB4-B59B-F81C-27ED4F039BD1}" dt="2025-03-14T15:09:50.497" v="683" actId="20577"/>
      <pc:docMkLst>
        <pc:docMk/>
      </pc:docMkLst>
      <pc:sldChg chg="addSp delSp modSp">
        <pc:chgData name="Jon Scales" userId="47be52a2c6b5a1e9" providerId="Windows Live" clId="Web-{5A9967CC-7DB4-B59B-F81C-27ED4F039BD1}" dt="2025-03-14T03:42:35.736" v="636" actId="20577"/>
        <pc:sldMkLst>
          <pc:docMk/>
          <pc:sldMk cId="2053366888" sldId="257"/>
        </pc:sldMkLst>
        <pc:spChg chg="mod">
          <ac:chgData name="Jon Scales" userId="47be52a2c6b5a1e9" providerId="Windows Live" clId="Web-{5A9967CC-7DB4-B59B-F81C-27ED4F039BD1}" dt="2025-03-14T03:42:35.736" v="636" actId="20577"/>
          <ac:spMkLst>
            <pc:docMk/>
            <pc:sldMk cId="2053366888" sldId="257"/>
            <ac:spMk id="2" creationId="{AE8BF150-0725-292F-272C-2902C509A4F5}"/>
          </ac:spMkLst>
        </pc:spChg>
      </pc:sldChg>
      <pc:sldChg chg="modSp">
        <pc:chgData name="Jon Scales" userId="47be52a2c6b5a1e9" providerId="Windows Live" clId="Web-{5A9967CC-7DB4-B59B-F81C-27ED4F039BD1}" dt="2025-03-13T21:45:27.734" v="49" actId="20577"/>
        <pc:sldMkLst>
          <pc:docMk/>
          <pc:sldMk cId="1138698216" sldId="258"/>
        </pc:sldMkLst>
        <pc:spChg chg="mod">
          <ac:chgData name="Jon Scales" userId="47be52a2c6b5a1e9" providerId="Windows Live" clId="Web-{5A9967CC-7DB4-B59B-F81C-27ED4F039BD1}" dt="2025-03-13T21:45:27.734" v="49" actId="20577"/>
          <ac:spMkLst>
            <pc:docMk/>
            <pc:sldMk cId="1138698216" sldId="258"/>
            <ac:spMk id="6" creationId="{8127EEF1-A4C8-C8F9-70D4-B2F1CC718AA9}"/>
          </ac:spMkLst>
        </pc:spChg>
      </pc:sldChg>
      <pc:sldChg chg="modSp">
        <pc:chgData name="Jon Scales" userId="47be52a2c6b5a1e9" providerId="Windows Live" clId="Web-{5A9967CC-7DB4-B59B-F81C-27ED4F039BD1}" dt="2025-03-14T03:36:30.643" v="570" actId="1076"/>
        <pc:sldMkLst>
          <pc:docMk/>
          <pc:sldMk cId="2573480368" sldId="262"/>
        </pc:sldMkLst>
        <pc:spChg chg="mod">
          <ac:chgData name="Jon Scales" userId="47be52a2c6b5a1e9" providerId="Windows Live" clId="Web-{5A9967CC-7DB4-B59B-F81C-27ED4F039BD1}" dt="2025-03-14T03:36:30.643" v="570" actId="1076"/>
          <ac:spMkLst>
            <pc:docMk/>
            <pc:sldMk cId="2573480368" sldId="262"/>
            <ac:spMk id="3" creationId="{00000000-0000-0000-0000-000000000000}"/>
          </ac:spMkLst>
        </pc:spChg>
      </pc:sldChg>
      <pc:sldChg chg="modSp">
        <pc:chgData name="Jon Scales" userId="47be52a2c6b5a1e9" providerId="Windows Live" clId="Web-{5A9967CC-7DB4-B59B-F81C-27ED4F039BD1}" dt="2025-03-13T21:46:24.782" v="52" actId="20577"/>
        <pc:sldMkLst>
          <pc:docMk/>
          <pc:sldMk cId="2292232001" sldId="268"/>
        </pc:sldMkLst>
        <pc:spChg chg="mod">
          <ac:chgData name="Jon Scales" userId="47be52a2c6b5a1e9" providerId="Windows Live" clId="Web-{5A9967CC-7DB4-B59B-F81C-27ED4F039BD1}" dt="2025-03-13T21:46:24.782" v="52" actId="20577"/>
          <ac:spMkLst>
            <pc:docMk/>
            <pc:sldMk cId="2292232001" sldId="268"/>
            <ac:spMk id="2" creationId="{CA39C90B-AEB0-104C-2039-253B1E835F59}"/>
          </ac:spMkLst>
        </pc:spChg>
      </pc:sldChg>
      <pc:sldChg chg="modSp">
        <pc:chgData name="Jon Scales" userId="47be52a2c6b5a1e9" providerId="Windows Live" clId="Web-{5A9967CC-7DB4-B59B-F81C-27ED4F039BD1}" dt="2025-03-13T21:47:19.706" v="74" actId="20577"/>
        <pc:sldMkLst>
          <pc:docMk/>
          <pc:sldMk cId="3041322731" sldId="269"/>
        </pc:sldMkLst>
        <pc:spChg chg="mod">
          <ac:chgData name="Jon Scales" userId="47be52a2c6b5a1e9" providerId="Windows Live" clId="Web-{5A9967CC-7DB4-B59B-F81C-27ED4F039BD1}" dt="2025-03-13T21:47:19.706" v="74" actId="20577"/>
          <ac:spMkLst>
            <pc:docMk/>
            <pc:sldMk cId="3041322731" sldId="269"/>
            <ac:spMk id="2" creationId="{37A67985-1256-D1C0-F330-3FE951D3CD4F}"/>
          </ac:spMkLst>
        </pc:spChg>
      </pc:sldChg>
      <pc:sldChg chg="del">
        <pc:chgData name="Jon Scales" userId="47be52a2c6b5a1e9" providerId="Windows Live" clId="Web-{5A9967CC-7DB4-B59B-F81C-27ED4F039BD1}" dt="2025-03-14T03:43:20.066" v="645"/>
        <pc:sldMkLst>
          <pc:docMk/>
          <pc:sldMk cId="682151425" sldId="298"/>
        </pc:sldMkLst>
      </pc:sldChg>
      <pc:sldChg chg="modSp">
        <pc:chgData name="Jon Scales" userId="47be52a2c6b5a1e9" providerId="Windows Live" clId="Web-{5A9967CC-7DB4-B59B-F81C-27ED4F039BD1}" dt="2025-03-14T03:51:53.666" v="647" actId="20577"/>
        <pc:sldMkLst>
          <pc:docMk/>
          <pc:sldMk cId="90227251" sldId="299"/>
        </pc:sldMkLst>
        <pc:spChg chg="mod">
          <ac:chgData name="Jon Scales" userId="47be52a2c6b5a1e9" providerId="Windows Live" clId="Web-{5A9967CC-7DB4-B59B-F81C-27ED4F039BD1}" dt="2025-03-14T03:43:05.440" v="638" actId="20577"/>
          <ac:spMkLst>
            <pc:docMk/>
            <pc:sldMk cId="90227251" sldId="299"/>
            <ac:spMk id="2" creationId="{AE8BF150-0725-292F-272C-2902C509A4F5}"/>
          </ac:spMkLst>
        </pc:spChg>
        <pc:spChg chg="mod">
          <ac:chgData name="Jon Scales" userId="47be52a2c6b5a1e9" providerId="Windows Live" clId="Web-{5A9967CC-7DB4-B59B-F81C-27ED4F039BD1}" dt="2025-03-14T03:51:53.666" v="647" actId="20577"/>
          <ac:spMkLst>
            <pc:docMk/>
            <pc:sldMk cId="90227251" sldId="299"/>
            <ac:spMk id="6" creationId="{00000000-0000-0000-0000-000000000000}"/>
          </ac:spMkLst>
        </pc:spChg>
      </pc:sldChg>
      <pc:sldChg chg="modSp del">
        <pc:chgData name="Jon Scales" userId="47be52a2c6b5a1e9" providerId="Windows Live" clId="Web-{5A9967CC-7DB4-B59B-F81C-27ED4F039BD1}" dt="2025-03-14T03:43:42.708" v="646"/>
        <pc:sldMkLst>
          <pc:docMk/>
          <pc:sldMk cId="3835565670" sldId="300"/>
        </pc:sldMkLst>
      </pc:sldChg>
      <pc:sldChg chg="modSp">
        <pc:chgData name="Jon Scales" userId="47be52a2c6b5a1e9" providerId="Windows Live" clId="Web-{5A9967CC-7DB4-B59B-F81C-27ED4F039BD1}" dt="2025-03-14T03:52:01.370" v="648" actId="20577"/>
        <pc:sldMkLst>
          <pc:docMk/>
          <pc:sldMk cId="1944522692" sldId="301"/>
        </pc:sldMkLst>
        <pc:spChg chg="mod">
          <ac:chgData name="Jon Scales" userId="47be52a2c6b5a1e9" providerId="Windows Live" clId="Web-{5A9967CC-7DB4-B59B-F81C-27ED4F039BD1}" dt="2025-03-14T03:43:17.738" v="644" actId="20577"/>
          <ac:spMkLst>
            <pc:docMk/>
            <pc:sldMk cId="1944522692" sldId="301"/>
            <ac:spMk id="2" creationId="{AE8BF150-0725-292F-272C-2902C509A4F5}"/>
          </ac:spMkLst>
        </pc:spChg>
        <pc:spChg chg="mod">
          <ac:chgData name="Jon Scales" userId="47be52a2c6b5a1e9" providerId="Windows Live" clId="Web-{5A9967CC-7DB4-B59B-F81C-27ED4F039BD1}" dt="2025-03-14T03:52:01.370" v="648" actId="20577"/>
          <ac:spMkLst>
            <pc:docMk/>
            <pc:sldMk cId="1944522692" sldId="301"/>
            <ac:spMk id="6" creationId="{00000000-0000-0000-0000-000000000000}"/>
          </ac:spMkLst>
        </pc:spChg>
      </pc:sldChg>
      <pc:sldChg chg="modSp">
        <pc:chgData name="Jon Scales" userId="47be52a2c6b5a1e9" providerId="Windows Live" clId="Web-{5A9967CC-7DB4-B59B-F81C-27ED4F039BD1}" dt="2025-03-14T03:52:11.214" v="650" actId="20577"/>
        <pc:sldMkLst>
          <pc:docMk/>
          <pc:sldMk cId="1225833946" sldId="302"/>
        </pc:sldMkLst>
        <pc:spChg chg="mod">
          <ac:chgData name="Jon Scales" userId="47be52a2c6b5a1e9" providerId="Windows Live" clId="Web-{5A9967CC-7DB4-B59B-F81C-27ED4F039BD1}" dt="2025-03-14T03:52:11.214" v="650" actId="20577"/>
          <ac:spMkLst>
            <pc:docMk/>
            <pc:sldMk cId="1225833946" sldId="302"/>
            <ac:spMk id="6" creationId="{00000000-0000-0000-0000-000000000000}"/>
          </ac:spMkLst>
        </pc:spChg>
      </pc:sldChg>
      <pc:sldChg chg="modSp ord">
        <pc:chgData name="Jon Scales" userId="47be52a2c6b5a1e9" providerId="Windows Live" clId="Web-{5A9967CC-7DB4-B59B-F81C-27ED4F039BD1}" dt="2025-03-14T03:52:05.729" v="649" actId="20577"/>
        <pc:sldMkLst>
          <pc:docMk/>
          <pc:sldMk cId="3612099330" sldId="303"/>
        </pc:sldMkLst>
        <pc:spChg chg="mod">
          <ac:chgData name="Jon Scales" userId="47be52a2c6b5a1e9" providerId="Windows Live" clId="Web-{5A9967CC-7DB4-B59B-F81C-27ED4F039BD1}" dt="2025-03-14T03:52:05.729" v="649" actId="20577"/>
          <ac:spMkLst>
            <pc:docMk/>
            <pc:sldMk cId="3612099330" sldId="303"/>
            <ac:spMk id="6" creationId="{00000000-0000-0000-0000-000000000000}"/>
          </ac:spMkLst>
        </pc:spChg>
      </pc:sldChg>
      <pc:sldChg chg="del">
        <pc:chgData name="Jon Scales" userId="47be52a2c6b5a1e9" providerId="Windows Live" clId="Web-{5A9967CC-7DB4-B59B-F81C-27ED4F039BD1}" dt="2025-03-14T03:52:21.371" v="651"/>
        <pc:sldMkLst>
          <pc:docMk/>
          <pc:sldMk cId="2264167058" sldId="304"/>
        </pc:sldMkLst>
      </pc:sldChg>
      <pc:sldChg chg="modSp del">
        <pc:chgData name="Jon Scales" userId="47be52a2c6b5a1e9" providerId="Windows Live" clId="Web-{5A9967CC-7DB4-B59B-F81C-27ED4F039BD1}" dt="2025-03-13T21:45:28.952" v="50"/>
        <pc:sldMkLst>
          <pc:docMk/>
          <pc:sldMk cId="3465228325" sldId="305"/>
        </pc:sldMkLst>
      </pc:sldChg>
      <pc:sldChg chg="modSp">
        <pc:chgData name="Jon Scales" userId="47be52a2c6b5a1e9" providerId="Windows Live" clId="Web-{5A9967CC-7DB4-B59B-F81C-27ED4F039BD1}" dt="2025-03-14T15:09:50.497" v="683" actId="20577"/>
        <pc:sldMkLst>
          <pc:docMk/>
          <pc:sldMk cId="500451211" sldId="311"/>
        </pc:sldMkLst>
        <pc:spChg chg="mod">
          <ac:chgData name="Jon Scales" userId="47be52a2c6b5a1e9" providerId="Windows Live" clId="Web-{5A9967CC-7DB4-B59B-F81C-27ED4F039BD1}" dt="2025-03-14T15:09:50.497" v="683" actId="20577"/>
          <ac:spMkLst>
            <pc:docMk/>
            <pc:sldMk cId="500451211" sldId="311"/>
            <ac:spMk id="2" creationId="{00000000-0000-0000-0000-000000000000}"/>
          </ac:spMkLst>
        </pc:spChg>
        <pc:spChg chg="mod">
          <ac:chgData name="Jon Scales" userId="47be52a2c6b5a1e9" providerId="Windows Live" clId="Web-{5A9967CC-7DB4-B59B-F81C-27ED4F039BD1}" dt="2025-03-14T03:36:59.191" v="571" actId="20577"/>
          <ac:spMkLst>
            <pc:docMk/>
            <pc:sldMk cId="500451211" sldId="311"/>
            <ac:spMk id="5" creationId="{00000000-0000-0000-0000-000000000000}"/>
          </ac:spMkLst>
        </pc:spChg>
      </pc:sldChg>
      <pc:sldChg chg="modSp">
        <pc:chgData name="Jon Scales" userId="47be52a2c6b5a1e9" providerId="Windows Live" clId="Web-{5A9967CC-7DB4-B59B-F81C-27ED4F039BD1}" dt="2025-03-13T21:47:49.003" v="77" actId="20577"/>
        <pc:sldMkLst>
          <pc:docMk/>
          <pc:sldMk cId="3714209025" sldId="312"/>
        </pc:sldMkLst>
        <pc:spChg chg="mod">
          <ac:chgData name="Jon Scales" userId="47be52a2c6b5a1e9" providerId="Windows Live" clId="Web-{5A9967CC-7DB4-B59B-F81C-27ED4F039BD1}" dt="2025-03-13T21:47:49.003" v="77" actId="20577"/>
          <ac:spMkLst>
            <pc:docMk/>
            <pc:sldMk cId="3714209025" sldId="312"/>
            <ac:spMk id="3" creationId="{00000000-0000-0000-0000-000000000000}"/>
          </ac:spMkLst>
        </pc:spChg>
      </pc:sldChg>
      <pc:sldChg chg="modSp">
        <pc:chgData name="Jon Scales" userId="47be52a2c6b5a1e9" providerId="Windows Live" clId="Web-{5A9967CC-7DB4-B59B-F81C-27ED4F039BD1}" dt="2025-03-13T21:48:45.177" v="83" actId="20577"/>
        <pc:sldMkLst>
          <pc:docMk/>
          <pc:sldMk cId="4096569018" sldId="314"/>
        </pc:sldMkLst>
        <pc:spChg chg="mod">
          <ac:chgData name="Jon Scales" userId="47be52a2c6b5a1e9" providerId="Windows Live" clId="Web-{5A9967CC-7DB4-B59B-F81C-27ED4F039BD1}" dt="2025-03-13T21:48:45.177" v="83" actId="20577"/>
          <ac:spMkLst>
            <pc:docMk/>
            <pc:sldMk cId="4096569018" sldId="314"/>
            <ac:spMk id="3" creationId="{00000000-0000-0000-0000-000000000000}"/>
          </ac:spMkLst>
        </pc:spChg>
      </pc:sldChg>
      <pc:sldChg chg="addSp modSp">
        <pc:chgData name="Jon Scales" userId="47be52a2c6b5a1e9" providerId="Windows Live" clId="Web-{5A9967CC-7DB4-B59B-F81C-27ED4F039BD1}" dt="2025-03-14T03:34:13.528" v="566" actId="20577"/>
        <pc:sldMkLst>
          <pc:docMk/>
          <pc:sldMk cId="2497830994" sldId="317"/>
        </pc:sldMkLst>
        <pc:spChg chg="mod">
          <ac:chgData name="Jon Scales" userId="47be52a2c6b5a1e9" providerId="Windows Live" clId="Web-{5A9967CC-7DB4-B59B-F81C-27ED4F039BD1}" dt="2025-03-14T03:34:13.528" v="566" actId="20577"/>
          <ac:spMkLst>
            <pc:docMk/>
            <pc:sldMk cId="2497830994" sldId="317"/>
            <ac:spMk id="3" creationId="{00000000-0000-0000-0000-000000000000}"/>
          </ac:spMkLst>
        </pc:spChg>
      </pc:sldChg>
      <pc:sldChg chg="modSp">
        <pc:chgData name="Jon Scales" userId="47be52a2c6b5a1e9" providerId="Windows Live" clId="Web-{5A9967CC-7DB4-B59B-F81C-27ED4F039BD1}" dt="2025-03-13T21:50:47.259" v="128" actId="20577"/>
        <pc:sldMkLst>
          <pc:docMk/>
          <pc:sldMk cId="816330044" sldId="320"/>
        </pc:sldMkLst>
      </pc:sldChg>
      <pc:sldChg chg="del">
        <pc:chgData name="Jon Scales" userId="47be52a2c6b5a1e9" providerId="Windows Live" clId="Web-{5A9967CC-7DB4-B59B-F81C-27ED4F039BD1}" dt="2025-03-14T03:18:15.209" v="269"/>
        <pc:sldMkLst>
          <pc:docMk/>
          <pc:sldMk cId="2691709832" sldId="326"/>
        </pc:sldMkLst>
      </pc:sldChg>
      <pc:sldChg chg="modSp">
        <pc:chgData name="Jon Scales" userId="47be52a2c6b5a1e9" providerId="Windows Live" clId="Web-{5A9967CC-7DB4-B59B-F81C-27ED4F039BD1}" dt="2025-03-14T03:28:49.578" v="545" actId="20577"/>
        <pc:sldMkLst>
          <pc:docMk/>
          <pc:sldMk cId="136740484" sldId="330"/>
        </pc:sldMkLst>
        <pc:spChg chg="mod">
          <ac:chgData name="Jon Scales" userId="47be52a2c6b5a1e9" providerId="Windows Live" clId="Web-{5A9967CC-7DB4-B59B-F81C-27ED4F039BD1}" dt="2025-03-14T03:28:49.578" v="545" actId="20577"/>
          <ac:spMkLst>
            <pc:docMk/>
            <pc:sldMk cId="136740484" sldId="330"/>
            <ac:spMk id="2" creationId="{00000000-0000-0000-0000-000000000000}"/>
          </ac:spMkLst>
        </pc:spChg>
      </pc:sldChg>
      <pc:sldChg chg="modSp">
        <pc:chgData name="Jon Scales" userId="47be52a2c6b5a1e9" providerId="Windows Live" clId="Web-{5A9967CC-7DB4-B59B-F81C-27ED4F039BD1}" dt="2025-03-14T03:22:25.844" v="387" actId="20577"/>
        <pc:sldMkLst>
          <pc:docMk/>
          <pc:sldMk cId="3225734" sldId="333"/>
        </pc:sldMkLst>
        <pc:spChg chg="mod">
          <ac:chgData name="Jon Scales" userId="47be52a2c6b5a1e9" providerId="Windows Live" clId="Web-{5A9967CC-7DB4-B59B-F81C-27ED4F039BD1}" dt="2025-03-14T03:22:25.844" v="387" actId="20577"/>
          <ac:spMkLst>
            <pc:docMk/>
            <pc:sldMk cId="3225734" sldId="333"/>
            <ac:spMk id="2" creationId="{00000000-0000-0000-0000-000000000000}"/>
          </ac:spMkLst>
        </pc:spChg>
      </pc:sldChg>
      <pc:sldChg chg="modSp">
        <pc:chgData name="Jon Scales" userId="47be52a2c6b5a1e9" providerId="Windows Live" clId="Web-{5A9967CC-7DB4-B59B-F81C-27ED4F039BD1}" dt="2025-03-14T03:26:02.978" v="480" actId="20577"/>
        <pc:sldMkLst>
          <pc:docMk/>
          <pc:sldMk cId="1445180792" sldId="334"/>
        </pc:sldMkLst>
        <pc:spChg chg="mod">
          <ac:chgData name="Jon Scales" userId="47be52a2c6b5a1e9" providerId="Windows Live" clId="Web-{5A9967CC-7DB4-B59B-F81C-27ED4F039BD1}" dt="2025-03-14T03:26:02.978" v="480" actId="20577"/>
          <ac:spMkLst>
            <pc:docMk/>
            <pc:sldMk cId="1445180792" sldId="334"/>
            <ac:spMk id="2" creationId="{00000000-0000-0000-0000-000000000000}"/>
          </ac:spMkLst>
        </pc:spChg>
      </pc:sldChg>
      <pc:sldChg chg="modSp">
        <pc:chgData name="Jon Scales" userId="47be52a2c6b5a1e9" providerId="Windows Live" clId="Web-{5A9967CC-7DB4-B59B-F81C-27ED4F039BD1}" dt="2025-03-14T03:18:11.193" v="268" actId="20577"/>
        <pc:sldMkLst>
          <pc:docMk/>
          <pc:sldMk cId="979679907" sldId="338"/>
        </pc:sldMkLst>
        <pc:spChg chg="mod">
          <ac:chgData name="Jon Scales" userId="47be52a2c6b5a1e9" providerId="Windows Live" clId="Web-{5A9967CC-7DB4-B59B-F81C-27ED4F039BD1}" dt="2025-03-14T03:18:11.193" v="268" actId="20577"/>
          <ac:spMkLst>
            <pc:docMk/>
            <pc:sldMk cId="979679907" sldId="338"/>
            <ac:spMk id="5" creationId="{00000000-0000-0000-0000-000000000000}"/>
          </ac:spMkLst>
        </pc:spChg>
      </pc:sldChg>
      <pc:sldChg chg="modSp">
        <pc:chgData name="Jon Scales" userId="47be52a2c6b5a1e9" providerId="Windows Live" clId="Web-{5A9967CC-7DB4-B59B-F81C-27ED4F039BD1}" dt="2025-03-14T03:56:03.711" v="679" actId="14100"/>
        <pc:sldMkLst>
          <pc:docMk/>
          <pc:sldMk cId="3686292652" sldId="341"/>
        </pc:sldMkLst>
        <pc:spChg chg="mod">
          <ac:chgData name="Jon Scales" userId="47be52a2c6b5a1e9" providerId="Windows Live" clId="Web-{5A9967CC-7DB4-B59B-F81C-27ED4F039BD1}" dt="2025-03-14T03:56:03.711" v="679" actId="14100"/>
          <ac:spMkLst>
            <pc:docMk/>
            <pc:sldMk cId="3686292652" sldId="341"/>
            <ac:spMk id="5" creationId="{00000000-0000-0000-0000-000000000000}"/>
          </ac:spMkLst>
        </pc:spChg>
        <pc:spChg chg="mod">
          <ac:chgData name="Jon Scales" userId="47be52a2c6b5a1e9" providerId="Windows Live" clId="Web-{5A9967CC-7DB4-B59B-F81C-27ED4F039BD1}" dt="2025-03-14T03:55:57.086" v="678" actId="1076"/>
          <ac:spMkLst>
            <pc:docMk/>
            <pc:sldMk cId="3686292652" sldId="341"/>
            <ac:spMk id="6" creationId="{00000000-0000-0000-0000-000000000000}"/>
          </ac:spMkLst>
        </pc:spChg>
      </pc:sldChg>
      <pc:sldChg chg="del">
        <pc:chgData name="Jon Scales" userId="47be52a2c6b5a1e9" providerId="Windows Live" clId="Web-{5A9967CC-7DB4-B59B-F81C-27ED4F039BD1}" dt="2025-03-13T23:21:20.561" v="130"/>
        <pc:sldMkLst>
          <pc:docMk/>
          <pc:sldMk cId="486608220" sldId="342"/>
        </pc:sldMkLst>
      </pc:sldChg>
      <pc:sldChg chg="modSp">
        <pc:chgData name="Jon Scales" userId="47be52a2c6b5a1e9" providerId="Windows Live" clId="Web-{5A9967CC-7DB4-B59B-F81C-27ED4F039BD1}" dt="2025-03-14T03:11:09.895" v="217" actId="20577"/>
        <pc:sldMkLst>
          <pc:docMk/>
          <pc:sldMk cId="3483169244" sldId="348"/>
        </pc:sldMkLst>
        <pc:spChg chg="mod">
          <ac:chgData name="Jon Scales" userId="47be52a2c6b5a1e9" providerId="Windows Live" clId="Web-{5A9967CC-7DB4-B59B-F81C-27ED4F039BD1}" dt="2025-03-14T03:11:09.895" v="217" actId="20577"/>
          <ac:spMkLst>
            <pc:docMk/>
            <pc:sldMk cId="3483169244" sldId="348"/>
            <ac:spMk id="3" creationId="{00000000-0000-0000-0000-000000000000}"/>
          </ac:spMkLst>
        </pc:spChg>
      </pc:sldChg>
      <pc:sldChg chg="modSp">
        <pc:chgData name="Jon Scales" userId="47be52a2c6b5a1e9" providerId="Windows Live" clId="Web-{5A9967CC-7DB4-B59B-F81C-27ED4F039BD1}" dt="2025-03-14T03:14:53.076" v="227" actId="20577"/>
        <pc:sldMkLst>
          <pc:docMk/>
          <pc:sldMk cId="4229466622" sldId="349"/>
        </pc:sldMkLst>
        <pc:spChg chg="mod">
          <ac:chgData name="Jon Scales" userId="47be52a2c6b5a1e9" providerId="Windows Live" clId="Web-{5A9967CC-7DB4-B59B-F81C-27ED4F039BD1}" dt="2025-03-14T03:14:53.076" v="227" actId="20577"/>
          <ac:spMkLst>
            <pc:docMk/>
            <pc:sldMk cId="4229466622" sldId="349"/>
            <ac:spMk id="3" creationId="{00000000-0000-0000-0000-000000000000}"/>
          </ac:spMkLst>
        </pc:spChg>
      </pc:sldChg>
      <pc:sldChg chg="modSp">
        <pc:chgData name="Jon Scales" userId="47be52a2c6b5a1e9" providerId="Windows Live" clId="Web-{5A9967CC-7DB4-B59B-F81C-27ED4F039BD1}" dt="2025-03-14T03:16:32.861" v="247" actId="20577"/>
        <pc:sldMkLst>
          <pc:docMk/>
          <pc:sldMk cId="2290001790" sldId="350"/>
        </pc:sldMkLst>
        <pc:spChg chg="mod">
          <ac:chgData name="Jon Scales" userId="47be52a2c6b5a1e9" providerId="Windows Live" clId="Web-{5A9967CC-7DB4-B59B-F81C-27ED4F039BD1}" dt="2025-03-14T03:16:32.861" v="247" actId="20577"/>
          <ac:spMkLst>
            <pc:docMk/>
            <pc:sldMk cId="2290001790" sldId="350"/>
            <ac:spMk id="3" creationId="{00000000-0000-0000-0000-000000000000}"/>
          </ac:spMkLst>
        </pc:spChg>
      </pc:sldChg>
      <pc:sldChg chg="addSp delSp modSp mod modClrScheme chgLayout">
        <pc:chgData name="Jon Scales" userId="47be52a2c6b5a1e9" providerId="Windows Live" clId="Web-{5A9967CC-7DB4-B59B-F81C-27ED4F039BD1}" dt="2025-03-14T01:02:02.280" v="158" actId="1076"/>
        <pc:sldMkLst>
          <pc:docMk/>
          <pc:sldMk cId="379937983" sldId="354"/>
        </pc:sldMkLst>
        <pc:spChg chg="add mod ord">
          <ac:chgData name="Jon Scales" userId="47be52a2c6b5a1e9" providerId="Windows Live" clId="Web-{5A9967CC-7DB4-B59B-F81C-27ED4F039BD1}" dt="2025-03-14T01:01:58.233" v="157" actId="1076"/>
          <ac:spMkLst>
            <pc:docMk/>
            <pc:sldMk cId="379937983" sldId="354"/>
            <ac:spMk id="10" creationId="{AAB574E2-9782-662E-B676-1465B09724FC}"/>
          </ac:spMkLst>
        </pc:spChg>
      </pc:sldChg>
      <pc:sldChg chg="modSp">
        <pc:chgData name="Jon Scales" userId="47be52a2c6b5a1e9" providerId="Windows Live" clId="Web-{5A9967CC-7DB4-B59B-F81C-27ED4F039BD1}" dt="2025-03-14T03:34:59.905" v="568" actId="1076"/>
        <pc:sldMkLst>
          <pc:docMk/>
          <pc:sldMk cId="3239516984" sldId="365"/>
        </pc:sldMkLst>
        <pc:spChg chg="mod">
          <ac:chgData name="Jon Scales" userId="47be52a2c6b5a1e9" providerId="Windows Live" clId="Web-{5A9967CC-7DB4-B59B-F81C-27ED4F039BD1}" dt="2025-03-14T03:34:59.905" v="568" actId="1076"/>
          <ac:spMkLst>
            <pc:docMk/>
            <pc:sldMk cId="3239516984" sldId="365"/>
            <ac:spMk id="3" creationId="{CB067B58-C415-C3E5-7618-2E3C6AEA4FBB}"/>
          </ac:spMkLst>
        </pc:spChg>
      </pc:sldChg>
    </pc:docChg>
  </pc:docChgLst>
  <pc:docChgLst>
    <pc:chgData name="Cooper Wolf" userId="c8315c998c98f914" providerId="Windows Live" clId="Web-{DF2B06A3-0E75-4BFF-0426-CF13A5871071}"/>
    <pc:docChg chg="delSld modSld">
      <pc:chgData name="Cooper Wolf" userId="c8315c998c98f914" providerId="Windows Live" clId="Web-{DF2B06A3-0E75-4BFF-0426-CF13A5871071}" dt="2025-03-13T18:50:24.750" v="934" actId="20577"/>
      <pc:docMkLst>
        <pc:docMk/>
      </pc:docMkLst>
      <pc:sldChg chg="modSp">
        <pc:chgData name="Cooper Wolf" userId="c8315c998c98f914" providerId="Windows Live" clId="Web-{DF2B06A3-0E75-4BFF-0426-CF13A5871071}" dt="2025-03-13T18:30:16.476" v="17" actId="14100"/>
        <pc:sldMkLst>
          <pc:docMk/>
          <pc:sldMk cId="1138698216" sldId="258"/>
        </pc:sldMkLst>
        <pc:spChg chg="mod">
          <ac:chgData name="Cooper Wolf" userId="c8315c998c98f914" providerId="Windows Live" clId="Web-{DF2B06A3-0E75-4BFF-0426-CF13A5871071}" dt="2025-03-13T18:30:16.476" v="17" actId="14100"/>
          <ac:spMkLst>
            <pc:docMk/>
            <pc:sldMk cId="1138698216" sldId="258"/>
            <ac:spMk id="5" creationId="{00000000-0000-0000-0000-000000000000}"/>
          </ac:spMkLst>
        </pc:spChg>
      </pc:sldChg>
      <pc:sldChg chg="modSp">
        <pc:chgData name="Cooper Wolf" userId="c8315c998c98f914" providerId="Windows Live" clId="Web-{DF2B06A3-0E75-4BFF-0426-CF13A5871071}" dt="2025-03-13T18:30:22.320" v="18" actId="14100"/>
        <pc:sldMkLst>
          <pc:docMk/>
          <pc:sldMk cId="3465228325" sldId="305"/>
        </pc:sldMkLst>
      </pc:sldChg>
      <pc:sldChg chg="del">
        <pc:chgData name="Cooper Wolf" userId="c8315c998c98f914" providerId="Windows Live" clId="Web-{DF2B06A3-0E75-4BFF-0426-CF13A5871071}" dt="2025-03-13T18:29:43.989" v="0"/>
        <pc:sldMkLst>
          <pc:docMk/>
          <pc:sldMk cId="3711513274" sldId="306"/>
        </pc:sldMkLst>
      </pc:sldChg>
      <pc:sldChg chg="modSp">
        <pc:chgData name="Cooper Wolf" userId="c8315c998c98f914" providerId="Windows Live" clId="Web-{DF2B06A3-0E75-4BFF-0426-CF13A5871071}" dt="2025-03-13T18:30:34.946" v="19" actId="14100"/>
        <pc:sldMkLst>
          <pc:docMk/>
          <pc:sldMk cId="2724406728" sldId="310"/>
        </pc:sldMkLst>
        <pc:spChg chg="mod">
          <ac:chgData name="Cooper Wolf" userId="c8315c998c98f914" providerId="Windows Live" clId="Web-{DF2B06A3-0E75-4BFF-0426-CF13A5871071}" dt="2025-03-13T18:30:34.946" v="19" actId="14100"/>
          <ac:spMkLst>
            <pc:docMk/>
            <pc:sldMk cId="2724406728" sldId="310"/>
            <ac:spMk id="5" creationId="{00000000-0000-0000-0000-000000000000}"/>
          </ac:spMkLst>
        </pc:spChg>
      </pc:sldChg>
      <pc:sldChg chg="modSp">
        <pc:chgData name="Cooper Wolf" userId="c8315c998c98f914" providerId="Windows Live" clId="Web-{DF2B06A3-0E75-4BFF-0426-CF13A5871071}" dt="2025-03-13T18:30:45.868" v="20" actId="14100"/>
        <pc:sldMkLst>
          <pc:docMk/>
          <pc:sldMk cId="500451211" sldId="311"/>
        </pc:sldMkLst>
        <pc:spChg chg="mod">
          <ac:chgData name="Cooper Wolf" userId="c8315c998c98f914" providerId="Windows Live" clId="Web-{DF2B06A3-0E75-4BFF-0426-CF13A5871071}" dt="2025-03-13T18:30:45.868" v="20" actId="14100"/>
          <ac:spMkLst>
            <pc:docMk/>
            <pc:sldMk cId="500451211" sldId="311"/>
            <ac:spMk id="5" creationId="{00000000-0000-0000-0000-000000000000}"/>
          </ac:spMkLst>
        </pc:spChg>
      </pc:sldChg>
      <pc:sldChg chg="modSp">
        <pc:chgData name="Cooper Wolf" userId="c8315c998c98f914" providerId="Windows Live" clId="Web-{DF2B06A3-0E75-4BFF-0426-CF13A5871071}" dt="2025-03-13T18:31:25.652" v="33" actId="20577"/>
        <pc:sldMkLst>
          <pc:docMk/>
          <pc:sldMk cId="3714209025" sldId="312"/>
        </pc:sldMkLst>
        <pc:spChg chg="mod">
          <ac:chgData name="Cooper Wolf" userId="c8315c998c98f914" providerId="Windows Live" clId="Web-{DF2B06A3-0E75-4BFF-0426-CF13A5871071}" dt="2025-03-13T18:31:25.652" v="33" actId="20577"/>
          <ac:spMkLst>
            <pc:docMk/>
            <pc:sldMk cId="3714209025" sldId="312"/>
            <ac:spMk id="6" creationId="{8F89EB31-F5E8-9DF8-4B7B-A589D1365345}"/>
          </ac:spMkLst>
        </pc:spChg>
      </pc:sldChg>
      <pc:sldChg chg="del">
        <pc:chgData name="Cooper Wolf" userId="c8315c998c98f914" providerId="Windows Live" clId="Web-{DF2B06A3-0E75-4BFF-0426-CF13A5871071}" dt="2025-03-13T18:43:39.549" v="852"/>
        <pc:sldMkLst>
          <pc:docMk/>
          <pc:sldMk cId="2355339569" sldId="315"/>
        </pc:sldMkLst>
      </pc:sldChg>
      <pc:sldChg chg="modSp">
        <pc:chgData name="Cooper Wolf" userId="c8315c998c98f914" providerId="Windows Live" clId="Web-{DF2B06A3-0E75-4BFF-0426-CF13A5871071}" dt="2025-03-13T18:43:44.487" v="853" actId="20577"/>
        <pc:sldMkLst>
          <pc:docMk/>
          <pc:sldMk cId="35394364" sldId="316"/>
        </pc:sldMkLst>
        <pc:spChg chg="mod">
          <ac:chgData name="Cooper Wolf" userId="c8315c998c98f914" providerId="Windows Live" clId="Web-{DF2B06A3-0E75-4BFF-0426-CF13A5871071}" dt="2025-03-13T18:36:54.395" v="368" actId="20577"/>
          <ac:spMkLst>
            <pc:docMk/>
            <pc:sldMk cId="35394364" sldId="316"/>
            <ac:spMk id="3" creationId="{00000000-0000-0000-0000-000000000000}"/>
          </ac:spMkLst>
        </pc:spChg>
        <pc:spChg chg="mod">
          <ac:chgData name="Cooper Wolf" userId="c8315c998c98f914" providerId="Windows Live" clId="Web-{DF2B06A3-0E75-4BFF-0426-CF13A5871071}" dt="2025-03-13T18:43:44.487" v="853" actId="20577"/>
          <ac:spMkLst>
            <pc:docMk/>
            <pc:sldMk cId="35394364" sldId="316"/>
            <ac:spMk id="6" creationId="{A141527B-FA41-6C8B-E86B-4F4C1789E345}"/>
          </ac:spMkLst>
        </pc:spChg>
      </pc:sldChg>
      <pc:sldChg chg="modSp">
        <pc:chgData name="Cooper Wolf" userId="c8315c998c98f914" providerId="Windows Live" clId="Web-{DF2B06A3-0E75-4BFF-0426-CF13A5871071}" dt="2025-03-13T18:43:46.612" v="855" actId="20577"/>
        <pc:sldMkLst>
          <pc:docMk/>
          <pc:sldMk cId="2497830994" sldId="317"/>
        </pc:sldMkLst>
        <pc:spChg chg="mod">
          <ac:chgData name="Cooper Wolf" userId="c8315c998c98f914" providerId="Windows Live" clId="Web-{DF2B06A3-0E75-4BFF-0426-CF13A5871071}" dt="2025-03-13T18:35:35.608" v="276" actId="20577"/>
          <ac:spMkLst>
            <pc:docMk/>
            <pc:sldMk cId="2497830994" sldId="317"/>
            <ac:spMk id="3" creationId="{00000000-0000-0000-0000-000000000000}"/>
          </ac:spMkLst>
        </pc:spChg>
        <pc:spChg chg="mod">
          <ac:chgData name="Cooper Wolf" userId="c8315c998c98f914" providerId="Windows Live" clId="Web-{DF2B06A3-0E75-4BFF-0426-CF13A5871071}" dt="2025-03-13T18:43:46.612" v="855" actId="20577"/>
          <ac:spMkLst>
            <pc:docMk/>
            <pc:sldMk cId="2497830994" sldId="317"/>
            <ac:spMk id="6" creationId="{6A122976-755D-C11D-3E4F-0AF532099B6D}"/>
          </ac:spMkLst>
        </pc:spChg>
      </pc:sldChg>
      <pc:sldChg chg="modSp">
        <pc:chgData name="Cooper Wolf" userId="c8315c998c98f914" providerId="Windows Live" clId="Web-{DF2B06A3-0E75-4BFF-0426-CF13A5871071}" dt="2025-03-13T18:43:50.613" v="857" actId="20577"/>
        <pc:sldMkLst>
          <pc:docMk/>
          <pc:sldMk cId="959935279" sldId="318"/>
        </pc:sldMkLst>
        <pc:spChg chg="mod">
          <ac:chgData name="Cooper Wolf" userId="c8315c998c98f914" providerId="Windows Live" clId="Web-{DF2B06A3-0E75-4BFF-0426-CF13A5871071}" dt="2025-03-13T18:40:13.769" v="591" actId="20577"/>
          <ac:spMkLst>
            <pc:docMk/>
            <pc:sldMk cId="959935279" sldId="318"/>
            <ac:spMk id="3" creationId="{00000000-0000-0000-0000-000000000000}"/>
          </ac:spMkLst>
        </pc:spChg>
        <pc:spChg chg="mod">
          <ac:chgData name="Cooper Wolf" userId="c8315c998c98f914" providerId="Windows Live" clId="Web-{DF2B06A3-0E75-4BFF-0426-CF13A5871071}" dt="2025-03-13T18:43:50.613" v="857" actId="20577"/>
          <ac:spMkLst>
            <pc:docMk/>
            <pc:sldMk cId="959935279" sldId="318"/>
            <ac:spMk id="6" creationId="{8F89EB31-F5E8-9DF8-4B7B-A589D1365345}"/>
          </ac:spMkLst>
        </pc:spChg>
      </pc:sldChg>
      <pc:sldChg chg="modSp">
        <pc:chgData name="Cooper Wolf" userId="c8315c998c98f914" providerId="Windows Live" clId="Web-{DF2B06A3-0E75-4BFF-0426-CF13A5871071}" dt="2025-03-13T18:43:57.176" v="859" actId="20577"/>
        <pc:sldMkLst>
          <pc:docMk/>
          <pc:sldMk cId="4019550979" sldId="319"/>
        </pc:sldMkLst>
        <pc:spChg chg="mod">
          <ac:chgData name="Cooper Wolf" userId="c8315c998c98f914" providerId="Windows Live" clId="Web-{DF2B06A3-0E75-4BFF-0426-CF13A5871071}" dt="2025-03-13T18:43:27.252" v="851" actId="20577"/>
          <ac:spMkLst>
            <pc:docMk/>
            <pc:sldMk cId="4019550979" sldId="319"/>
            <ac:spMk id="3" creationId="{00000000-0000-0000-0000-000000000000}"/>
          </ac:spMkLst>
        </pc:spChg>
        <pc:spChg chg="mod">
          <ac:chgData name="Cooper Wolf" userId="c8315c998c98f914" providerId="Windows Live" clId="Web-{DF2B06A3-0E75-4BFF-0426-CF13A5871071}" dt="2025-03-13T18:43:57.176" v="859" actId="20577"/>
          <ac:spMkLst>
            <pc:docMk/>
            <pc:sldMk cId="4019550979" sldId="319"/>
            <ac:spMk id="6" creationId="{A141527B-FA41-6C8B-E86B-4F4C1789E345}"/>
          </ac:spMkLst>
        </pc:spChg>
      </pc:sldChg>
      <pc:sldChg chg="modSp">
        <pc:chgData name="Cooper Wolf" userId="c8315c998c98f914" providerId="Windows Live" clId="Web-{DF2B06A3-0E75-4BFF-0426-CF13A5871071}" dt="2025-03-13T18:50:24.750" v="934" actId="20577"/>
        <pc:sldMkLst>
          <pc:docMk/>
          <pc:sldMk cId="1445180792" sldId="334"/>
        </pc:sldMkLst>
        <pc:spChg chg="mod">
          <ac:chgData name="Cooper Wolf" userId="c8315c998c98f914" providerId="Windows Live" clId="Web-{DF2B06A3-0E75-4BFF-0426-CF13A5871071}" dt="2025-03-13T18:50:24.750" v="934" actId="20577"/>
          <ac:spMkLst>
            <pc:docMk/>
            <pc:sldMk cId="1445180792" sldId="334"/>
            <ac:spMk id="2" creationId="{00000000-0000-0000-0000-000000000000}"/>
          </ac:spMkLst>
        </pc:spChg>
        <pc:spChg chg="mod">
          <ac:chgData name="Cooper Wolf" userId="c8315c998c98f914" providerId="Windows Live" clId="Web-{DF2B06A3-0E75-4BFF-0426-CF13A5871071}" dt="2025-03-13T18:46:56.298" v="888" actId="14100"/>
          <ac:spMkLst>
            <pc:docMk/>
            <pc:sldMk cId="1445180792" sldId="334"/>
            <ac:spMk id="4" creationId="{3FA630FD-128D-7386-4ECC-95E11E3F6397}"/>
          </ac:spMkLst>
        </pc:spChg>
      </pc:sldChg>
    </pc:docChg>
  </pc:docChgLst>
  <pc:docChgLst>
    <pc:chgData name="Cooper Wolf" userId="c8315c998c98f914" providerId="Windows Live" clId="Web-{0F679CC7-0281-9BCC-8508-AC93744F5422}"/>
    <pc:docChg chg="modSld">
      <pc:chgData name="Cooper Wolf" userId="c8315c998c98f914" providerId="Windows Live" clId="Web-{0F679CC7-0281-9BCC-8508-AC93744F5422}" dt="2025-03-06T03:58:16.142" v="4" actId="20577"/>
      <pc:docMkLst>
        <pc:docMk/>
      </pc:docMkLst>
      <pc:sldChg chg="modSp">
        <pc:chgData name="Cooper Wolf" userId="c8315c998c98f914" providerId="Windows Live" clId="Web-{0F679CC7-0281-9BCC-8508-AC93744F5422}" dt="2025-03-06T03:58:16.142" v="4" actId="20577"/>
        <pc:sldMkLst>
          <pc:docMk/>
          <pc:sldMk cId="4096569018" sldId="314"/>
        </pc:sldMkLst>
        <pc:spChg chg="mod">
          <ac:chgData name="Cooper Wolf" userId="c8315c998c98f914" providerId="Windows Live" clId="Web-{0F679CC7-0281-9BCC-8508-AC93744F5422}" dt="2025-03-06T03:58:16.142" v="4" actId="20577"/>
          <ac:spMkLst>
            <pc:docMk/>
            <pc:sldMk cId="4096569018" sldId="314"/>
            <ac:spMk id="3" creationId="{00000000-0000-0000-0000-000000000000}"/>
          </ac:spMkLst>
        </pc:spChg>
      </pc:sldChg>
    </pc:docChg>
  </pc:docChgLst>
  <pc:docChgLst>
    <pc:chgData name="Cooper Wolf" userId="c8315c998c98f914" providerId="Windows Live" clId="Web-{E61781F6-DAF6-884F-BE6D-F90CC6877CFC}"/>
    <pc:docChg chg="modSld">
      <pc:chgData name="Cooper Wolf" userId="c8315c998c98f914" providerId="Windows Live" clId="Web-{E61781F6-DAF6-884F-BE6D-F90CC6877CFC}" dt="2025-03-04T18:29:58.083" v="80" actId="20577"/>
      <pc:docMkLst>
        <pc:docMk/>
      </pc:docMkLst>
      <pc:sldChg chg="modSp">
        <pc:chgData name="Cooper Wolf" userId="c8315c998c98f914" providerId="Windows Live" clId="Web-{E61781F6-DAF6-884F-BE6D-F90CC6877CFC}" dt="2025-03-04T18:29:58.083" v="80" actId="20577"/>
        <pc:sldMkLst>
          <pc:docMk/>
          <pc:sldMk cId="3612099330" sldId="303"/>
        </pc:sldMkLst>
        <pc:spChg chg="mod">
          <ac:chgData name="Cooper Wolf" userId="c8315c998c98f914" providerId="Windows Live" clId="Web-{E61781F6-DAF6-884F-BE6D-F90CC6877CFC}" dt="2025-03-04T18:29:58.083" v="80" actId="20577"/>
          <ac:spMkLst>
            <pc:docMk/>
            <pc:sldMk cId="3612099330" sldId="303"/>
            <ac:spMk id="2" creationId="{AE8BF150-0725-292F-272C-2902C509A4F5}"/>
          </ac:spMkLst>
        </pc:spChg>
      </pc:sldChg>
      <pc:sldChg chg="modSp">
        <pc:chgData name="Cooper Wolf" userId="c8315c998c98f914" providerId="Windows Live" clId="Web-{E61781F6-DAF6-884F-BE6D-F90CC6877CFC}" dt="2025-03-04T18:29:06.190" v="58" actId="20577"/>
        <pc:sldMkLst>
          <pc:docMk/>
          <pc:sldMk cId="2497830994" sldId="317"/>
        </pc:sldMkLst>
        <pc:spChg chg="mod">
          <ac:chgData name="Cooper Wolf" userId="c8315c998c98f914" providerId="Windows Live" clId="Web-{E61781F6-DAF6-884F-BE6D-F90CC6877CFC}" dt="2025-03-04T18:29:06.190" v="58" actId="20577"/>
          <ac:spMkLst>
            <pc:docMk/>
            <pc:sldMk cId="2497830994" sldId="317"/>
            <ac:spMk id="3" creationId="{00000000-0000-0000-0000-000000000000}"/>
          </ac:spMkLst>
        </pc:spChg>
      </pc:sldChg>
    </pc:docChg>
  </pc:docChgLst>
  <pc:docChgLst>
    <pc:chgData name="Cooper Wolf" userId="c8315c998c98f914" providerId="Windows Live" clId="Web-{E7570119-18AD-1752-C73A-5F5B6117387E}"/>
    <pc:docChg chg="addSld modSld">
      <pc:chgData name="Cooper Wolf" userId="c8315c998c98f914" providerId="Windows Live" clId="Web-{E7570119-18AD-1752-C73A-5F5B6117387E}" dt="2025-03-14T23:59:43.309" v="1022" actId="20577"/>
      <pc:docMkLst>
        <pc:docMk/>
      </pc:docMkLst>
      <pc:sldChg chg="modSp">
        <pc:chgData name="Cooper Wolf" userId="c8315c998c98f914" providerId="Windows Live" clId="Web-{E7570119-18AD-1752-C73A-5F5B6117387E}" dt="2025-03-14T23:45:04.102" v="607" actId="20577"/>
        <pc:sldMkLst>
          <pc:docMk/>
          <pc:sldMk cId="2053366888" sldId="257"/>
        </pc:sldMkLst>
        <pc:spChg chg="mod">
          <ac:chgData name="Cooper Wolf" userId="c8315c998c98f914" providerId="Windows Live" clId="Web-{E7570119-18AD-1752-C73A-5F5B6117387E}" dt="2025-03-14T23:44:53.867" v="595" actId="20577"/>
          <ac:spMkLst>
            <pc:docMk/>
            <pc:sldMk cId="2053366888" sldId="257"/>
            <ac:spMk id="2" creationId="{AE8BF150-0725-292F-272C-2902C509A4F5}"/>
          </ac:spMkLst>
        </pc:spChg>
        <pc:spChg chg="mod">
          <ac:chgData name="Cooper Wolf" userId="c8315c998c98f914" providerId="Windows Live" clId="Web-{E7570119-18AD-1752-C73A-5F5B6117387E}" dt="2025-03-14T23:45:04.102" v="607" actId="20577"/>
          <ac:spMkLst>
            <pc:docMk/>
            <pc:sldMk cId="2053366888" sldId="257"/>
            <ac:spMk id="6" creationId="{00000000-0000-0000-0000-000000000000}"/>
          </ac:spMkLst>
        </pc:spChg>
      </pc:sldChg>
      <pc:sldChg chg="modSp">
        <pc:chgData name="Cooper Wolf" userId="c8315c998c98f914" providerId="Windows Live" clId="Web-{E7570119-18AD-1752-C73A-5F5B6117387E}" dt="2025-03-14T23:59:43.309" v="1022" actId="20577"/>
        <pc:sldMkLst>
          <pc:docMk/>
          <pc:sldMk cId="1225833946" sldId="302"/>
        </pc:sldMkLst>
        <pc:spChg chg="mod">
          <ac:chgData name="Cooper Wolf" userId="c8315c998c98f914" providerId="Windows Live" clId="Web-{E7570119-18AD-1752-C73A-5F5B6117387E}" dt="2025-03-14T23:59:43.309" v="1022" actId="20577"/>
          <ac:spMkLst>
            <pc:docMk/>
            <pc:sldMk cId="1225833946" sldId="302"/>
            <ac:spMk id="2" creationId="{AE8BF150-0725-292F-272C-2902C509A4F5}"/>
          </ac:spMkLst>
        </pc:spChg>
        <pc:spChg chg="mod">
          <ac:chgData name="Cooper Wolf" userId="c8315c998c98f914" providerId="Windows Live" clId="Web-{E7570119-18AD-1752-C73A-5F5B6117387E}" dt="2025-03-14T23:43:48.115" v="588" actId="20577"/>
          <ac:spMkLst>
            <pc:docMk/>
            <pc:sldMk cId="1225833946" sldId="302"/>
            <ac:spMk id="6" creationId="{00000000-0000-0000-0000-000000000000}"/>
          </ac:spMkLst>
        </pc:spChg>
      </pc:sldChg>
      <pc:sldChg chg="modSp">
        <pc:chgData name="Cooper Wolf" userId="c8315c998c98f914" providerId="Windows Live" clId="Web-{E7570119-18AD-1752-C73A-5F5B6117387E}" dt="2025-03-14T23:39:18.213" v="515" actId="20577"/>
        <pc:sldMkLst>
          <pc:docMk/>
          <pc:sldMk cId="1563891144" sldId="336"/>
        </pc:sldMkLst>
        <pc:spChg chg="mod">
          <ac:chgData name="Cooper Wolf" userId="c8315c998c98f914" providerId="Windows Live" clId="Web-{E7570119-18AD-1752-C73A-5F5B6117387E}" dt="2025-03-14T23:39:18.213" v="515" actId="20577"/>
          <ac:spMkLst>
            <pc:docMk/>
            <pc:sldMk cId="1563891144" sldId="336"/>
            <ac:spMk id="2" creationId="{00000000-0000-0000-0000-000000000000}"/>
          </ac:spMkLst>
        </pc:spChg>
      </pc:sldChg>
      <pc:sldChg chg="modSp">
        <pc:chgData name="Cooper Wolf" userId="c8315c998c98f914" providerId="Windows Live" clId="Web-{E7570119-18AD-1752-C73A-5F5B6117387E}" dt="2025-03-14T23:30:59.084" v="347" actId="20577"/>
        <pc:sldMkLst>
          <pc:docMk/>
          <pc:sldMk cId="534007581" sldId="357"/>
        </pc:sldMkLst>
        <pc:spChg chg="mod">
          <ac:chgData name="Cooper Wolf" userId="c8315c998c98f914" providerId="Windows Live" clId="Web-{E7570119-18AD-1752-C73A-5F5B6117387E}" dt="2025-03-14T23:30:59.084" v="347" actId="20577"/>
          <ac:spMkLst>
            <pc:docMk/>
            <pc:sldMk cId="534007581" sldId="357"/>
            <ac:spMk id="2" creationId="{00000000-0000-0000-0000-000000000000}"/>
          </ac:spMkLst>
        </pc:spChg>
        <pc:spChg chg="mod">
          <ac:chgData name="Cooper Wolf" userId="c8315c998c98f914" providerId="Windows Live" clId="Web-{E7570119-18AD-1752-C73A-5F5B6117387E}" dt="2025-03-14T23:25:44.396" v="5" actId="20577"/>
          <ac:spMkLst>
            <pc:docMk/>
            <pc:sldMk cId="534007581" sldId="357"/>
            <ac:spMk id="4" creationId="{3FA630FD-128D-7386-4ECC-95E11E3F6397}"/>
          </ac:spMkLst>
        </pc:spChg>
      </pc:sldChg>
      <pc:sldChg chg="modSp new">
        <pc:chgData name="Cooper Wolf" userId="c8315c998c98f914" providerId="Windows Live" clId="Web-{E7570119-18AD-1752-C73A-5F5B6117387E}" dt="2025-03-14T23:53:02.043" v="977" actId="20577"/>
        <pc:sldMkLst>
          <pc:docMk/>
          <pc:sldMk cId="2710652861" sldId="366"/>
        </pc:sldMkLst>
        <pc:spChg chg="mod">
          <ac:chgData name="Cooper Wolf" userId="c8315c998c98f914" providerId="Windows Live" clId="Web-{E7570119-18AD-1752-C73A-5F5B6117387E}" dt="2025-03-14T23:49:29.691" v="801" actId="20577"/>
          <ac:spMkLst>
            <pc:docMk/>
            <pc:sldMk cId="2710652861" sldId="366"/>
            <ac:spMk id="2" creationId="{C4345642-A60B-EB6C-44C0-147CC3300DF1}"/>
          </ac:spMkLst>
        </pc:spChg>
        <pc:spChg chg="mod">
          <ac:chgData name="Cooper Wolf" userId="c8315c998c98f914" providerId="Windows Live" clId="Web-{E7570119-18AD-1752-C73A-5F5B6117387E}" dt="2025-03-14T23:53:02.043" v="977" actId="20577"/>
          <ac:spMkLst>
            <pc:docMk/>
            <pc:sldMk cId="2710652861" sldId="366"/>
            <ac:spMk id="3" creationId="{3F58B904-DD08-7241-4E97-DEA7E8DA2C02}"/>
          </ac:spMkLst>
        </pc:spChg>
      </pc:sldChg>
    </pc:docChg>
  </pc:docChgLst>
  <pc:docChgLst>
    <pc:chgData name="Cooper Wolf" userId="c8315c998c98f914" providerId="Windows Live" clId="Web-{DD52AABF-3A0F-6C89-5702-630FF0261E7F}"/>
    <pc:docChg chg="modSld">
      <pc:chgData name="Cooper Wolf" userId="c8315c998c98f914" providerId="Windows Live" clId="Web-{DD52AABF-3A0F-6C89-5702-630FF0261E7F}" dt="2025-03-25T12:26:51.700" v="1" actId="20577"/>
      <pc:docMkLst>
        <pc:docMk/>
      </pc:docMkLst>
      <pc:sldChg chg="modSp">
        <pc:chgData name="Cooper Wolf" userId="c8315c998c98f914" providerId="Windows Live" clId="Web-{DD52AABF-3A0F-6C89-5702-630FF0261E7F}" dt="2025-03-25T12:26:51.700" v="1" actId="20577"/>
        <pc:sldMkLst>
          <pc:docMk/>
          <pc:sldMk cId="1944522692" sldId="301"/>
        </pc:sldMkLst>
        <pc:spChg chg="mod">
          <ac:chgData name="Cooper Wolf" userId="c8315c998c98f914" providerId="Windows Live" clId="Web-{DD52AABF-3A0F-6C89-5702-630FF0261E7F}" dt="2025-03-25T12:26:51.700" v="1" actId="20577"/>
          <ac:spMkLst>
            <pc:docMk/>
            <pc:sldMk cId="1944522692" sldId="301"/>
            <ac:spMk id="2" creationId="{AE8BF150-0725-292F-272C-2902C509A4F5}"/>
          </ac:spMkLst>
        </pc:spChg>
      </pc:sldChg>
    </pc:docChg>
  </pc:docChgLst>
  <pc:docChgLst>
    <pc:chgData name="Cooper Wolf" userId="c8315c998c98f914" providerId="Windows Live" clId="Web-{E0DDA7F9-796B-C649-C7C5-D84A5EBDA785}"/>
    <pc:docChg chg="delSld modSld">
      <pc:chgData name="Cooper Wolf" userId="c8315c998c98f914" providerId="Windows Live" clId="Web-{E0DDA7F9-796B-C649-C7C5-D84A5EBDA785}" dt="2025-03-17T22:50:16.807" v="23"/>
      <pc:docMkLst>
        <pc:docMk/>
      </pc:docMkLst>
      <pc:sldChg chg="modSp">
        <pc:chgData name="Cooper Wolf" userId="c8315c998c98f914" providerId="Windows Live" clId="Web-{E0DDA7F9-796B-C649-C7C5-D84A5EBDA785}" dt="2025-03-17T22:35:04.570" v="2" actId="20577"/>
        <pc:sldMkLst>
          <pc:docMk/>
          <pc:sldMk cId="35394364" sldId="316"/>
        </pc:sldMkLst>
        <pc:spChg chg="mod">
          <ac:chgData name="Cooper Wolf" userId="c8315c998c98f914" providerId="Windows Live" clId="Web-{E0DDA7F9-796B-C649-C7C5-D84A5EBDA785}" dt="2025-03-17T22:35:04.570" v="2" actId="20577"/>
          <ac:spMkLst>
            <pc:docMk/>
            <pc:sldMk cId="35394364" sldId="316"/>
            <ac:spMk id="3" creationId="{00000000-0000-0000-0000-000000000000}"/>
          </ac:spMkLst>
        </pc:spChg>
      </pc:sldChg>
      <pc:sldChg chg="modSp">
        <pc:chgData name="Cooper Wolf" userId="c8315c998c98f914" providerId="Windows Live" clId="Web-{E0DDA7F9-796B-C649-C7C5-D84A5EBDA785}" dt="2025-03-17T22:35:21.977" v="5" actId="20577"/>
        <pc:sldMkLst>
          <pc:docMk/>
          <pc:sldMk cId="2497830994" sldId="317"/>
        </pc:sldMkLst>
        <pc:spChg chg="mod">
          <ac:chgData name="Cooper Wolf" userId="c8315c998c98f914" providerId="Windows Live" clId="Web-{E0DDA7F9-796B-C649-C7C5-D84A5EBDA785}" dt="2025-03-17T22:35:21.977" v="5" actId="20577"/>
          <ac:spMkLst>
            <pc:docMk/>
            <pc:sldMk cId="2497830994" sldId="317"/>
            <ac:spMk id="3" creationId="{00000000-0000-0000-0000-000000000000}"/>
          </ac:spMkLst>
        </pc:spChg>
      </pc:sldChg>
      <pc:sldChg chg="modSp">
        <pc:chgData name="Cooper Wolf" userId="c8315c998c98f914" providerId="Windows Live" clId="Web-{E0DDA7F9-796B-C649-C7C5-D84A5EBDA785}" dt="2025-03-17T22:38:20.937" v="20" actId="20577"/>
        <pc:sldMkLst>
          <pc:docMk/>
          <pc:sldMk cId="959935279" sldId="318"/>
        </pc:sldMkLst>
        <pc:spChg chg="mod">
          <ac:chgData name="Cooper Wolf" userId="c8315c998c98f914" providerId="Windows Live" clId="Web-{E0DDA7F9-796B-C649-C7C5-D84A5EBDA785}" dt="2025-03-17T22:38:20.937" v="20" actId="20577"/>
          <ac:spMkLst>
            <pc:docMk/>
            <pc:sldMk cId="959935279" sldId="318"/>
            <ac:spMk id="3" creationId="{00000000-0000-0000-0000-000000000000}"/>
          </ac:spMkLst>
        </pc:spChg>
      </pc:sldChg>
      <pc:sldChg chg="modSp">
        <pc:chgData name="Cooper Wolf" userId="c8315c998c98f914" providerId="Windows Live" clId="Web-{E0DDA7F9-796B-C649-C7C5-D84A5EBDA785}" dt="2025-03-17T22:38:09.233" v="17" actId="20577"/>
        <pc:sldMkLst>
          <pc:docMk/>
          <pc:sldMk cId="4019550979" sldId="319"/>
        </pc:sldMkLst>
        <pc:spChg chg="mod">
          <ac:chgData name="Cooper Wolf" userId="c8315c998c98f914" providerId="Windows Live" clId="Web-{E0DDA7F9-796B-C649-C7C5-D84A5EBDA785}" dt="2025-03-17T22:38:09.233" v="17" actId="20577"/>
          <ac:spMkLst>
            <pc:docMk/>
            <pc:sldMk cId="4019550979" sldId="319"/>
            <ac:spMk id="3" creationId="{00000000-0000-0000-0000-000000000000}"/>
          </ac:spMkLst>
        </pc:spChg>
      </pc:sldChg>
      <pc:sldChg chg="modSp del">
        <pc:chgData name="Cooper Wolf" userId="c8315c998c98f914" providerId="Windows Live" clId="Web-{E0DDA7F9-796B-C649-C7C5-D84A5EBDA785}" dt="2025-03-17T22:50:16.807" v="23"/>
        <pc:sldMkLst>
          <pc:docMk/>
          <pc:sldMk cId="816330044" sldId="320"/>
        </pc:sldMkLst>
      </pc:sldChg>
      <pc:sldChg chg="modSp">
        <pc:chgData name="Cooper Wolf" userId="c8315c998c98f914" providerId="Windows Live" clId="Web-{E0DDA7F9-796B-C649-C7C5-D84A5EBDA785}" dt="2025-03-17T22:44:07.575" v="22" actId="20577"/>
        <pc:sldMkLst>
          <pc:docMk/>
          <pc:sldMk cId="1954006610" sldId="367"/>
        </pc:sldMkLst>
        <pc:spChg chg="mod">
          <ac:chgData name="Cooper Wolf" userId="c8315c998c98f914" providerId="Windows Live" clId="Web-{E0DDA7F9-796B-C649-C7C5-D84A5EBDA785}" dt="2025-03-17T22:44:07.575" v="22" actId="20577"/>
          <ac:spMkLst>
            <pc:docMk/>
            <pc:sldMk cId="1954006610" sldId="367"/>
            <ac:spMk id="2" creationId="{5EFDE62E-A435-BFE9-AC33-8001C87D93AC}"/>
          </ac:spMkLst>
        </pc:spChg>
      </pc:sldChg>
    </pc:docChg>
  </pc:docChgLst>
  <pc:docChgLst>
    <pc:chgData name="Jon Scales" userId="47be52a2c6b5a1e9" providerId="Windows Live" clId="Web-{E85B19FF-95FC-4311-B804-03830AA2E084}"/>
    <pc:docChg chg="addSld modSld">
      <pc:chgData name="Jon Scales" userId="47be52a2c6b5a1e9" providerId="Windows Live" clId="Web-{E85B19FF-95FC-4311-B804-03830AA2E084}" dt="2025-03-18T21:06:13.696" v="24" actId="1076"/>
      <pc:docMkLst>
        <pc:docMk/>
      </pc:docMkLst>
      <pc:sldChg chg="addSp delSp modSp new mod modClrScheme chgLayout">
        <pc:chgData name="Jon Scales" userId="47be52a2c6b5a1e9" providerId="Windows Live" clId="Web-{E85B19FF-95FC-4311-B804-03830AA2E084}" dt="2025-03-18T21:06:13.696" v="24" actId="1076"/>
        <pc:sldMkLst>
          <pc:docMk/>
          <pc:sldMk cId="645579681" sldId="374"/>
        </pc:sldMkLst>
        <pc:spChg chg="mod ord">
          <ac:chgData name="Jon Scales" userId="47be52a2c6b5a1e9" providerId="Windows Live" clId="Web-{E85B19FF-95FC-4311-B804-03830AA2E084}" dt="2025-03-18T21:06:13.696" v="24" actId="1076"/>
          <ac:spMkLst>
            <pc:docMk/>
            <pc:sldMk cId="645579681" sldId="374"/>
            <ac:spMk id="2" creationId="{D5F08E6C-AFEA-2C32-2D1D-31F50785BDCB}"/>
          </ac:spMkLst>
        </pc:spChg>
        <pc:picChg chg="add mod">
          <ac:chgData name="Jon Scales" userId="47be52a2c6b5a1e9" providerId="Windows Live" clId="Web-{E85B19FF-95FC-4311-B804-03830AA2E084}" dt="2025-03-18T21:05:55.946" v="21" actId="1076"/>
          <ac:picMkLst>
            <pc:docMk/>
            <pc:sldMk cId="645579681" sldId="374"/>
            <ac:picMk id="9" creationId="{6EC7D335-A568-B69C-F77F-E3A87BC90350}"/>
          </ac:picMkLst>
        </pc:picChg>
      </pc:sldChg>
    </pc:docChg>
  </pc:docChgLst>
  <pc:docChgLst>
    <pc:chgData name="Jon Scales" userId="47be52a2c6b5a1e9" providerId="Windows Live" clId="Web-{12011FA3-1370-41D2-B859-3885808EA891}"/>
    <pc:docChg chg="modSld">
      <pc:chgData name="Jon Scales" userId="47be52a2c6b5a1e9" providerId="Windows Live" clId="Web-{12011FA3-1370-41D2-B859-3885808EA891}" dt="2025-03-18T04:38:44.619" v="166"/>
      <pc:docMkLst>
        <pc:docMk/>
      </pc:docMkLst>
      <pc:sldChg chg="modSp">
        <pc:chgData name="Jon Scales" userId="47be52a2c6b5a1e9" providerId="Windows Live" clId="Web-{12011FA3-1370-41D2-B859-3885808EA891}" dt="2025-03-18T04:26:37.410" v="139" actId="20577"/>
        <pc:sldMkLst>
          <pc:docMk/>
          <pc:sldMk cId="2290001790" sldId="350"/>
        </pc:sldMkLst>
        <pc:spChg chg="mod">
          <ac:chgData name="Jon Scales" userId="47be52a2c6b5a1e9" providerId="Windows Live" clId="Web-{12011FA3-1370-41D2-B859-3885808EA891}" dt="2025-03-18T04:26:37.410" v="139" actId="20577"/>
          <ac:spMkLst>
            <pc:docMk/>
            <pc:sldMk cId="2290001790" sldId="350"/>
            <ac:spMk id="3" creationId="{00000000-0000-0000-0000-000000000000}"/>
          </ac:spMkLst>
        </pc:spChg>
      </pc:sldChg>
      <pc:sldChg chg="modSp">
        <pc:chgData name="Jon Scales" userId="47be52a2c6b5a1e9" providerId="Windows Live" clId="Web-{12011FA3-1370-41D2-B859-3885808EA891}" dt="2025-03-18T04:27:00.411" v="141" actId="20577"/>
        <pc:sldMkLst>
          <pc:docMk/>
          <pc:sldMk cId="2965313936" sldId="352"/>
        </pc:sldMkLst>
        <pc:spChg chg="mod">
          <ac:chgData name="Jon Scales" userId="47be52a2c6b5a1e9" providerId="Windows Live" clId="Web-{12011FA3-1370-41D2-B859-3885808EA891}" dt="2025-03-18T04:27:00.411" v="141" actId="20577"/>
          <ac:spMkLst>
            <pc:docMk/>
            <pc:sldMk cId="2965313936" sldId="352"/>
            <ac:spMk id="3" creationId="{00000000-0000-0000-0000-000000000000}"/>
          </ac:spMkLst>
        </pc:spChg>
      </pc:sldChg>
      <pc:sldChg chg="addSp delSp modSp addAnim delAnim modAnim">
        <pc:chgData name="Jon Scales" userId="47be52a2c6b5a1e9" providerId="Windows Live" clId="Web-{12011FA3-1370-41D2-B859-3885808EA891}" dt="2025-03-18T04:24:24.253" v="126" actId="1076"/>
        <pc:sldMkLst>
          <pc:docMk/>
          <pc:sldMk cId="379937983" sldId="354"/>
        </pc:sldMkLst>
        <pc:spChg chg="mod">
          <ac:chgData name="Jon Scales" userId="47be52a2c6b5a1e9" providerId="Windows Live" clId="Web-{12011FA3-1370-41D2-B859-3885808EA891}" dt="2025-03-18T04:23:29.987" v="110" actId="1076"/>
          <ac:spMkLst>
            <pc:docMk/>
            <pc:sldMk cId="379937983" sldId="354"/>
            <ac:spMk id="10" creationId="{AAB574E2-9782-662E-B676-1465B09724FC}"/>
          </ac:spMkLst>
        </pc:spChg>
        <pc:picChg chg="add mod">
          <ac:chgData name="Jon Scales" userId="47be52a2c6b5a1e9" providerId="Windows Live" clId="Web-{12011FA3-1370-41D2-B859-3885808EA891}" dt="2025-03-18T04:24:24.097" v="120" actId="1076"/>
          <ac:picMkLst>
            <pc:docMk/>
            <pc:sldMk cId="379937983" sldId="354"/>
            <ac:picMk id="2" creationId="{40A08B31-E668-50F8-D728-C1C8A5CC4742}"/>
          </ac:picMkLst>
        </pc:picChg>
        <pc:picChg chg="add mod">
          <ac:chgData name="Jon Scales" userId="47be52a2c6b5a1e9" providerId="Windows Live" clId="Web-{12011FA3-1370-41D2-B859-3885808EA891}" dt="2025-03-18T04:24:24.113" v="121" actId="1076"/>
          <ac:picMkLst>
            <pc:docMk/>
            <pc:sldMk cId="379937983" sldId="354"/>
            <ac:picMk id="3" creationId="{A95D9A7C-30E2-643B-5DA9-0C0D77D4104C}"/>
          </ac:picMkLst>
        </pc:picChg>
        <pc:picChg chg="add mod">
          <ac:chgData name="Jon Scales" userId="47be52a2c6b5a1e9" providerId="Windows Live" clId="Web-{12011FA3-1370-41D2-B859-3885808EA891}" dt="2025-03-18T04:24:24.144" v="122" actId="1076"/>
          <ac:picMkLst>
            <pc:docMk/>
            <pc:sldMk cId="379937983" sldId="354"/>
            <ac:picMk id="4" creationId="{139D7F17-2067-D9FD-7E8C-4AE395F5F19C}"/>
          </ac:picMkLst>
        </pc:picChg>
        <pc:picChg chg="add mod">
          <ac:chgData name="Jon Scales" userId="47be52a2c6b5a1e9" providerId="Windows Live" clId="Web-{12011FA3-1370-41D2-B859-3885808EA891}" dt="2025-03-18T04:24:24.191" v="124" actId="1076"/>
          <ac:picMkLst>
            <pc:docMk/>
            <pc:sldMk cId="379937983" sldId="354"/>
            <ac:picMk id="5" creationId="{001B35BA-E1C6-067E-BA5F-8BE4335F97F8}"/>
          </ac:picMkLst>
        </pc:picChg>
        <pc:picChg chg="add mod ord">
          <ac:chgData name="Jon Scales" userId="47be52a2c6b5a1e9" providerId="Windows Live" clId="Web-{12011FA3-1370-41D2-B859-3885808EA891}" dt="2025-03-18T04:24:24.159" v="123" actId="1076"/>
          <ac:picMkLst>
            <pc:docMk/>
            <pc:sldMk cId="379937983" sldId="354"/>
            <ac:picMk id="6" creationId="{E983576D-33BE-E8AF-7614-D25DC81311D9}"/>
          </ac:picMkLst>
        </pc:picChg>
        <pc:picChg chg="add mod">
          <ac:chgData name="Jon Scales" userId="47be52a2c6b5a1e9" providerId="Windows Live" clId="Web-{12011FA3-1370-41D2-B859-3885808EA891}" dt="2025-03-18T04:24:24.222" v="125" actId="1076"/>
          <ac:picMkLst>
            <pc:docMk/>
            <pc:sldMk cId="379937983" sldId="354"/>
            <ac:picMk id="7" creationId="{92231A54-5D8B-BE36-92CD-2B95D7F2C7E2}"/>
          </ac:picMkLst>
        </pc:picChg>
        <pc:picChg chg="add mod">
          <ac:chgData name="Jon Scales" userId="47be52a2c6b5a1e9" providerId="Windows Live" clId="Web-{12011FA3-1370-41D2-B859-3885808EA891}" dt="2025-03-18T04:24:24.253" v="126" actId="1076"/>
          <ac:picMkLst>
            <pc:docMk/>
            <pc:sldMk cId="379937983" sldId="354"/>
            <ac:picMk id="8" creationId="{9EB3C0D2-E3B0-B3DB-7A9F-3F55AB44071D}"/>
          </ac:picMkLst>
        </pc:picChg>
      </pc:sldChg>
      <pc:sldChg chg="modSp">
        <pc:chgData name="Jon Scales" userId="47be52a2c6b5a1e9" providerId="Windows Live" clId="Web-{12011FA3-1370-41D2-B859-3885808EA891}" dt="2025-03-18T04:38:44.619" v="166"/>
        <pc:sldMkLst>
          <pc:docMk/>
          <pc:sldMk cId="295332384" sldId="358"/>
        </pc:sldMkLst>
        <pc:graphicFrameChg chg="mod modGraphic">
          <ac:chgData name="Jon Scales" userId="47be52a2c6b5a1e9" providerId="Windows Live" clId="Web-{12011FA3-1370-41D2-B859-3885808EA891}" dt="2025-03-18T04:38:44.619" v="166"/>
          <ac:graphicFrameMkLst>
            <pc:docMk/>
            <pc:sldMk cId="295332384" sldId="358"/>
            <ac:graphicFrameMk id="3" creationId="{65B1B9A1-970C-A2F1-F248-1FB80C4835AD}"/>
          </ac:graphicFrameMkLst>
        </pc:graphicFrameChg>
      </pc:sldChg>
    </pc:docChg>
  </pc:docChgLst>
  <pc:docChgLst>
    <pc:chgData name="Jon Scales" userId="47be52a2c6b5a1e9" providerId="Windows Live" clId="Web-{22F9EAB5-D04C-4555-9A9C-867F4E7AF4D1}"/>
    <pc:docChg chg="delSld modSld">
      <pc:chgData name="Jon Scales" userId="47be52a2c6b5a1e9" providerId="Windows Live" clId="Web-{22F9EAB5-D04C-4555-9A9C-867F4E7AF4D1}" dt="2025-03-14T23:45:45.576" v="1499" actId="20577"/>
      <pc:docMkLst>
        <pc:docMk/>
      </pc:docMkLst>
      <pc:sldChg chg="modSp">
        <pc:chgData name="Jon Scales" userId="47be52a2c6b5a1e9" providerId="Windows Live" clId="Web-{22F9EAB5-D04C-4555-9A9C-867F4E7AF4D1}" dt="2025-03-14T22:47:03.876" v="14" actId="20577"/>
        <pc:sldMkLst>
          <pc:docMk/>
          <pc:sldMk cId="2512939755" sldId="321"/>
        </pc:sldMkLst>
        <pc:spChg chg="mod">
          <ac:chgData name="Jon Scales" userId="47be52a2c6b5a1e9" providerId="Windows Live" clId="Web-{22F9EAB5-D04C-4555-9A9C-867F4E7AF4D1}" dt="2025-03-14T22:47:03.876" v="14" actId="20577"/>
          <ac:spMkLst>
            <pc:docMk/>
            <pc:sldMk cId="2512939755" sldId="321"/>
            <ac:spMk id="2" creationId="{AE8BF150-0725-292F-272C-2902C509A4F5}"/>
          </ac:spMkLst>
        </pc:spChg>
        <pc:spChg chg="mod">
          <ac:chgData name="Jon Scales" userId="47be52a2c6b5a1e9" providerId="Windows Live" clId="Web-{22F9EAB5-D04C-4555-9A9C-867F4E7AF4D1}" dt="2025-03-14T22:45:26.296" v="8" actId="20577"/>
          <ac:spMkLst>
            <pc:docMk/>
            <pc:sldMk cId="2512939755" sldId="321"/>
            <ac:spMk id="6" creationId="{00000000-0000-0000-0000-000000000000}"/>
          </ac:spMkLst>
        </pc:spChg>
      </pc:sldChg>
      <pc:sldChg chg="modSp">
        <pc:chgData name="Jon Scales" userId="47be52a2c6b5a1e9" providerId="Windows Live" clId="Web-{22F9EAB5-D04C-4555-9A9C-867F4E7AF4D1}" dt="2025-03-14T23:15:30.873" v="758" actId="20577"/>
        <pc:sldMkLst>
          <pc:docMk/>
          <pc:sldMk cId="4169630257" sldId="322"/>
        </pc:sldMkLst>
        <pc:spChg chg="mod">
          <ac:chgData name="Jon Scales" userId="47be52a2c6b5a1e9" providerId="Windows Live" clId="Web-{22F9EAB5-D04C-4555-9A9C-867F4E7AF4D1}" dt="2025-03-14T23:12:27.839" v="468" actId="20577"/>
          <ac:spMkLst>
            <pc:docMk/>
            <pc:sldMk cId="4169630257" sldId="322"/>
            <ac:spMk id="2" creationId="{AE8BF150-0725-292F-272C-2902C509A4F5}"/>
          </ac:spMkLst>
        </pc:spChg>
        <pc:spChg chg="mod">
          <ac:chgData name="Jon Scales" userId="47be52a2c6b5a1e9" providerId="Windows Live" clId="Web-{22F9EAB5-D04C-4555-9A9C-867F4E7AF4D1}" dt="2025-03-14T23:15:30.873" v="758" actId="20577"/>
          <ac:spMkLst>
            <pc:docMk/>
            <pc:sldMk cId="4169630257" sldId="322"/>
            <ac:spMk id="6" creationId="{00000000-0000-0000-0000-000000000000}"/>
          </ac:spMkLst>
        </pc:spChg>
      </pc:sldChg>
      <pc:sldChg chg="modSp">
        <pc:chgData name="Jon Scales" userId="47be52a2c6b5a1e9" providerId="Windows Live" clId="Web-{22F9EAB5-D04C-4555-9A9C-867F4E7AF4D1}" dt="2025-03-14T23:15:18.936" v="757" actId="20577"/>
        <pc:sldMkLst>
          <pc:docMk/>
          <pc:sldMk cId="3568682878" sldId="323"/>
        </pc:sldMkLst>
        <pc:spChg chg="mod">
          <ac:chgData name="Jon Scales" userId="47be52a2c6b5a1e9" providerId="Windows Live" clId="Web-{22F9EAB5-D04C-4555-9A9C-867F4E7AF4D1}" dt="2025-03-14T23:15:18.936" v="757" actId="20577"/>
          <ac:spMkLst>
            <pc:docMk/>
            <pc:sldMk cId="3568682878" sldId="323"/>
            <ac:spMk id="2" creationId="{AE8BF150-0725-292F-272C-2902C509A4F5}"/>
          </ac:spMkLst>
        </pc:spChg>
        <pc:spChg chg="mod">
          <ac:chgData name="Jon Scales" userId="47be52a2c6b5a1e9" providerId="Windows Live" clId="Web-{22F9EAB5-D04C-4555-9A9C-867F4E7AF4D1}" dt="2025-03-14T23:12:51.355" v="484" actId="20577"/>
          <ac:spMkLst>
            <pc:docMk/>
            <pc:sldMk cId="3568682878" sldId="323"/>
            <ac:spMk id="6" creationId="{00000000-0000-0000-0000-000000000000}"/>
          </ac:spMkLst>
        </pc:spChg>
      </pc:sldChg>
      <pc:sldChg chg="modSp">
        <pc:chgData name="Jon Scales" userId="47be52a2c6b5a1e9" providerId="Windows Live" clId="Web-{22F9EAB5-D04C-4555-9A9C-867F4E7AF4D1}" dt="2025-03-14T23:11:56.760" v="409" actId="20577"/>
        <pc:sldMkLst>
          <pc:docMk/>
          <pc:sldMk cId="4213291089" sldId="324"/>
        </pc:sldMkLst>
        <pc:spChg chg="mod">
          <ac:chgData name="Jon Scales" userId="47be52a2c6b5a1e9" providerId="Windows Live" clId="Web-{22F9EAB5-D04C-4555-9A9C-867F4E7AF4D1}" dt="2025-03-14T23:11:56.760" v="409" actId="20577"/>
          <ac:spMkLst>
            <pc:docMk/>
            <pc:sldMk cId="4213291089" sldId="324"/>
            <ac:spMk id="2" creationId="{AE8BF150-0725-292F-272C-2902C509A4F5}"/>
          </ac:spMkLst>
        </pc:spChg>
        <pc:spChg chg="mod">
          <ac:chgData name="Jon Scales" userId="47be52a2c6b5a1e9" providerId="Windows Live" clId="Web-{22F9EAB5-D04C-4555-9A9C-867F4E7AF4D1}" dt="2025-03-14T23:07:52.319" v="197" actId="20577"/>
          <ac:spMkLst>
            <pc:docMk/>
            <pc:sldMk cId="4213291089" sldId="324"/>
            <ac:spMk id="6" creationId="{00000000-0000-0000-0000-000000000000}"/>
          </ac:spMkLst>
        </pc:spChg>
      </pc:sldChg>
      <pc:sldChg chg="del">
        <pc:chgData name="Jon Scales" userId="47be52a2c6b5a1e9" providerId="Windows Live" clId="Web-{22F9EAB5-D04C-4555-9A9C-867F4E7AF4D1}" dt="2025-03-14T23:15:39.624" v="759"/>
        <pc:sldMkLst>
          <pc:docMk/>
          <pc:sldMk cId="4030733534" sldId="328"/>
        </pc:sldMkLst>
      </pc:sldChg>
      <pc:sldChg chg="modSp">
        <pc:chgData name="Jon Scales" userId="47be52a2c6b5a1e9" providerId="Windows Live" clId="Web-{22F9EAB5-D04C-4555-9A9C-867F4E7AF4D1}" dt="2025-03-14T23:20:31.816" v="818" actId="20577"/>
        <pc:sldMkLst>
          <pc:docMk/>
          <pc:sldMk cId="2216310958" sldId="332"/>
        </pc:sldMkLst>
        <pc:spChg chg="mod">
          <ac:chgData name="Jon Scales" userId="47be52a2c6b5a1e9" providerId="Windows Live" clId="Web-{22F9EAB5-D04C-4555-9A9C-867F4E7AF4D1}" dt="2025-03-14T23:20:31.816" v="818" actId="20577"/>
          <ac:spMkLst>
            <pc:docMk/>
            <pc:sldMk cId="2216310958" sldId="332"/>
            <ac:spMk id="2" creationId="{00000000-0000-0000-0000-000000000000}"/>
          </ac:spMkLst>
        </pc:spChg>
      </pc:sldChg>
      <pc:sldChg chg="modSp">
        <pc:chgData name="Jon Scales" userId="47be52a2c6b5a1e9" providerId="Windows Live" clId="Web-{22F9EAB5-D04C-4555-9A9C-867F4E7AF4D1}" dt="2025-03-14T23:21:31.723" v="885" actId="20577"/>
        <pc:sldMkLst>
          <pc:docMk/>
          <pc:sldMk cId="3225734" sldId="333"/>
        </pc:sldMkLst>
        <pc:spChg chg="mod">
          <ac:chgData name="Jon Scales" userId="47be52a2c6b5a1e9" providerId="Windows Live" clId="Web-{22F9EAB5-D04C-4555-9A9C-867F4E7AF4D1}" dt="2025-03-14T23:21:31.723" v="885" actId="20577"/>
          <ac:spMkLst>
            <pc:docMk/>
            <pc:sldMk cId="3225734" sldId="333"/>
            <ac:spMk id="2" creationId="{00000000-0000-0000-0000-000000000000}"/>
          </ac:spMkLst>
        </pc:spChg>
      </pc:sldChg>
      <pc:sldChg chg="modSp">
        <pc:chgData name="Jon Scales" userId="47be52a2c6b5a1e9" providerId="Windows Live" clId="Web-{22F9EAB5-D04C-4555-9A9C-867F4E7AF4D1}" dt="2025-03-14T23:23:27.085" v="969" actId="20577"/>
        <pc:sldMkLst>
          <pc:docMk/>
          <pc:sldMk cId="1445180792" sldId="334"/>
        </pc:sldMkLst>
        <pc:spChg chg="mod">
          <ac:chgData name="Jon Scales" userId="47be52a2c6b5a1e9" providerId="Windows Live" clId="Web-{22F9EAB5-D04C-4555-9A9C-867F4E7AF4D1}" dt="2025-03-14T23:23:27.085" v="969" actId="20577"/>
          <ac:spMkLst>
            <pc:docMk/>
            <pc:sldMk cId="1445180792" sldId="334"/>
            <ac:spMk id="2" creationId="{00000000-0000-0000-0000-000000000000}"/>
          </ac:spMkLst>
        </pc:spChg>
      </pc:sldChg>
      <pc:sldChg chg="modSp">
        <pc:chgData name="Jon Scales" userId="47be52a2c6b5a1e9" providerId="Windows Live" clId="Web-{22F9EAB5-D04C-4555-9A9C-867F4E7AF4D1}" dt="2025-03-14T23:23:37.319" v="970" actId="20577"/>
        <pc:sldMkLst>
          <pc:docMk/>
          <pc:sldMk cId="575306040" sldId="335"/>
        </pc:sldMkLst>
        <pc:spChg chg="mod">
          <ac:chgData name="Jon Scales" userId="47be52a2c6b5a1e9" providerId="Windows Live" clId="Web-{22F9EAB5-D04C-4555-9A9C-867F4E7AF4D1}" dt="2025-03-14T23:23:37.319" v="970" actId="20577"/>
          <ac:spMkLst>
            <pc:docMk/>
            <pc:sldMk cId="575306040" sldId="335"/>
            <ac:spMk id="2" creationId="{00000000-0000-0000-0000-000000000000}"/>
          </ac:spMkLst>
        </pc:spChg>
      </pc:sldChg>
      <pc:sldChg chg="modSp">
        <pc:chgData name="Jon Scales" userId="47be52a2c6b5a1e9" providerId="Windows Live" clId="Web-{22F9EAB5-D04C-4555-9A9C-867F4E7AF4D1}" dt="2025-03-14T23:39:02.397" v="1285" actId="20577"/>
        <pc:sldMkLst>
          <pc:docMk/>
          <pc:sldMk cId="1843498942" sldId="337"/>
        </pc:sldMkLst>
        <pc:spChg chg="mod">
          <ac:chgData name="Jon Scales" userId="47be52a2c6b5a1e9" providerId="Windows Live" clId="Web-{22F9EAB5-D04C-4555-9A9C-867F4E7AF4D1}" dt="2025-03-14T23:39:02.397" v="1285" actId="20577"/>
          <ac:spMkLst>
            <pc:docMk/>
            <pc:sldMk cId="1843498942" sldId="337"/>
            <ac:spMk id="4" creationId="{3FA630FD-128D-7386-4ECC-95E11E3F6397}"/>
          </ac:spMkLst>
        </pc:spChg>
      </pc:sldChg>
      <pc:sldChg chg="delSp modSp mod modClrScheme chgLayout">
        <pc:chgData name="Jon Scales" userId="47be52a2c6b5a1e9" providerId="Windows Live" clId="Web-{22F9EAB5-D04C-4555-9A9C-867F4E7AF4D1}" dt="2025-03-14T23:45:45.576" v="1499" actId="20577"/>
        <pc:sldMkLst>
          <pc:docMk/>
          <pc:sldMk cId="979679907" sldId="338"/>
        </pc:sldMkLst>
        <pc:spChg chg="mod ord">
          <ac:chgData name="Jon Scales" userId="47be52a2c6b5a1e9" providerId="Windows Live" clId="Web-{22F9EAB5-D04C-4555-9A9C-867F4E7AF4D1}" dt="2025-03-14T23:25:29.759" v="971"/>
          <ac:spMkLst>
            <pc:docMk/>
            <pc:sldMk cId="979679907" sldId="338"/>
            <ac:spMk id="4" creationId="{3FA630FD-128D-7386-4ECC-95E11E3F6397}"/>
          </ac:spMkLst>
        </pc:spChg>
        <pc:spChg chg="mod ord">
          <ac:chgData name="Jon Scales" userId="47be52a2c6b5a1e9" providerId="Windows Live" clId="Web-{22F9EAB5-D04C-4555-9A9C-867F4E7AF4D1}" dt="2025-03-14T23:45:45.576" v="1499" actId="20577"/>
          <ac:spMkLst>
            <pc:docMk/>
            <pc:sldMk cId="979679907" sldId="338"/>
            <ac:spMk id="5" creationId="{00000000-0000-0000-0000-000000000000}"/>
          </ac:spMkLst>
        </pc:spChg>
      </pc:sldChg>
      <pc:sldChg chg="del">
        <pc:chgData name="Jon Scales" userId="47be52a2c6b5a1e9" providerId="Windows Live" clId="Web-{22F9EAB5-D04C-4555-9A9C-867F4E7AF4D1}" dt="2025-03-14T23:26:43.807" v="1038"/>
        <pc:sldMkLst>
          <pc:docMk/>
          <pc:sldMk cId="732904490" sldId="339"/>
        </pc:sldMkLst>
      </pc:sldChg>
    </pc:docChg>
  </pc:docChgLst>
  <pc:docChgLst>
    <pc:chgData name="Guest User" providerId="Windows Live" clId="Web-{28BDD163-60B3-C1A3-6132-5971093D6CF4}"/>
    <pc:docChg chg="modSld">
      <pc:chgData name="Guest User" userId="" providerId="Windows Live" clId="Web-{28BDD163-60B3-C1A3-6132-5971093D6CF4}" dt="2025-03-04T18:08:41.559" v="39" actId="20577"/>
      <pc:docMkLst>
        <pc:docMk/>
      </pc:docMkLst>
      <pc:sldChg chg="modSp">
        <pc:chgData name="Guest User" userId="" providerId="Windows Live" clId="Web-{28BDD163-60B3-C1A3-6132-5971093D6CF4}" dt="2025-03-04T18:08:41.559" v="39" actId="20577"/>
        <pc:sldMkLst>
          <pc:docMk/>
          <pc:sldMk cId="1843498942" sldId="337"/>
        </pc:sldMkLst>
        <pc:spChg chg="mod">
          <ac:chgData name="Guest User" userId="" providerId="Windows Live" clId="Web-{28BDD163-60B3-C1A3-6132-5971093D6CF4}" dt="2025-03-04T18:08:41.559" v="39" actId="20577"/>
          <ac:spMkLst>
            <pc:docMk/>
            <pc:sldMk cId="1843498942" sldId="337"/>
            <ac:spMk id="4" creationId="{3FA630FD-128D-7386-4ECC-95E11E3F6397}"/>
          </ac:spMkLst>
        </pc:spChg>
      </pc:sldChg>
    </pc:docChg>
  </pc:docChgLst>
  <pc:docChgLst>
    <pc:chgData name="Cooper Wolf" userId="c8315c998c98f914" providerId="Windows Live" clId="Web-{966D60C1-7C8C-C65B-657F-50892A8FD479}"/>
    <pc:docChg chg="modSld">
      <pc:chgData name="Cooper Wolf" userId="c8315c998c98f914" providerId="Windows Live" clId="Web-{966D60C1-7C8C-C65B-657F-50892A8FD479}" dt="2025-03-12T19:27:30.246" v="430" actId="20577"/>
      <pc:docMkLst>
        <pc:docMk/>
      </pc:docMkLst>
      <pc:sldChg chg="modSp">
        <pc:chgData name="Cooper Wolf" userId="c8315c998c98f914" providerId="Windows Live" clId="Web-{966D60C1-7C8C-C65B-657F-50892A8FD479}" dt="2025-03-12T19:04:12.177" v="250" actId="20577"/>
        <pc:sldMkLst>
          <pc:docMk/>
          <pc:sldMk cId="35394364" sldId="316"/>
        </pc:sldMkLst>
        <pc:spChg chg="mod">
          <ac:chgData name="Cooper Wolf" userId="c8315c998c98f914" providerId="Windows Live" clId="Web-{966D60C1-7C8C-C65B-657F-50892A8FD479}" dt="2025-03-12T19:04:12.177" v="250" actId="20577"/>
          <ac:spMkLst>
            <pc:docMk/>
            <pc:sldMk cId="35394364" sldId="316"/>
            <ac:spMk id="3" creationId="{00000000-0000-0000-0000-000000000000}"/>
          </ac:spMkLst>
        </pc:spChg>
      </pc:sldChg>
      <pc:sldChg chg="modSp">
        <pc:chgData name="Cooper Wolf" userId="c8315c998c98f914" providerId="Windows Live" clId="Web-{966D60C1-7C8C-C65B-657F-50892A8FD479}" dt="2025-03-12T19:05:01.819" v="296" actId="20577"/>
        <pc:sldMkLst>
          <pc:docMk/>
          <pc:sldMk cId="2497830994" sldId="317"/>
        </pc:sldMkLst>
        <pc:spChg chg="mod">
          <ac:chgData name="Cooper Wolf" userId="c8315c998c98f914" providerId="Windows Live" clId="Web-{966D60C1-7C8C-C65B-657F-50892A8FD479}" dt="2025-03-12T19:05:01.819" v="296" actId="20577"/>
          <ac:spMkLst>
            <pc:docMk/>
            <pc:sldMk cId="2497830994" sldId="317"/>
            <ac:spMk id="3" creationId="{00000000-0000-0000-0000-000000000000}"/>
          </ac:spMkLst>
        </pc:spChg>
      </pc:sldChg>
      <pc:sldChg chg="modSp">
        <pc:chgData name="Cooper Wolf" userId="c8315c998c98f914" providerId="Windows Live" clId="Web-{966D60C1-7C8C-C65B-657F-50892A8FD479}" dt="2025-03-12T19:27:30.246" v="430" actId="20577"/>
        <pc:sldMkLst>
          <pc:docMk/>
          <pc:sldMk cId="816330044" sldId="32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D2EB5F65-1B77-4BE4-A6CE-8F5A71791CC6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2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59" y="0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1478570"/>
            <a:ext cx="7429499" cy="431263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D2EB5F65-1B77-4BE4-A6CE-8F5A71791CC6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395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184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881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250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42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0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431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0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360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1881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5064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3531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60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4083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3483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91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B5F65-1B77-4BE4-A6CE-8F5A71791CC6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67017C-4E88-485B-9696-54C6B8376A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4640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onscales/flutterflowcode/activity" TargetMode="External"/><Relationship Id="rId2" Type="http://schemas.openxmlformats.org/officeDocument/2006/relationships/hyperlink" Target="https://github.com/jonscales/5153-SWE-Project/activity" TargetMode="Externa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slack.com/client/TBMBG710S/C08AETBAQJK?cdn_fallback=1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nLuc_ytacOk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8765" y="-182193"/>
            <a:ext cx="6593681" cy="2387600"/>
          </a:xfrm>
        </p:spPr>
        <p:txBody>
          <a:bodyPr anchor="ctr"/>
          <a:lstStyle/>
          <a:p>
            <a:pPr algn="ctr"/>
            <a:r>
              <a:rPr lang="en-US" b="1"/>
              <a:t>HHH – THE RIDE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4398" y="4486531"/>
            <a:ext cx="6593681" cy="1655762"/>
          </a:xfrm>
        </p:spPr>
        <p:txBody>
          <a:bodyPr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a Kings of code software package </a:t>
            </a:r>
          </a:p>
          <a:p>
            <a:pPr algn="ctr"/>
            <a:r>
              <a:rPr lang="en-US" b="1">
                <a:solidFill>
                  <a:schemeClr val="tx1"/>
                </a:solidFill>
              </a:rPr>
              <a:t>Tim Haxton, Cooper wolf (Lead), Jon scales</a:t>
            </a:r>
          </a:p>
          <a:p>
            <a:pPr algn="ctr"/>
            <a:r>
              <a:rPr lang="en-US" b="1">
                <a:solidFill>
                  <a:schemeClr val="tx1"/>
                </a:solidFill>
              </a:rPr>
              <a:t>Iteration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640486-F1A1-EACD-3D74-E0483FD8C7E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682611"/>
            <a:ext cx="1249455" cy="12494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23070" y="1438531"/>
            <a:ext cx="2056339" cy="271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072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/>
              <a:t>Current state of business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1046558" y="1603834"/>
            <a:ext cx="7429499" cy="33939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No mobile app exist for HHH </a:t>
            </a:r>
          </a:p>
          <a:p>
            <a:r>
              <a:rPr lang="en-US"/>
              <a:t>Registration done through 3</a:t>
            </a:r>
            <a:r>
              <a:rPr lang="en-US" baseline="30000"/>
              <a:t>rd</a:t>
            </a:r>
            <a:r>
              <a:rPr lang="en-US"/>
              <a:t> party </a:t>
            </a:r>
          </a:p>
          <a:p>
            <a:pPr lvl="1"/>
            <a:r>
              <a:rPr lang="en-US" sz="2200"/>
              <a:t>BikeReg.com</a:t>
            </a:r>
          </a:p>
          <a:p>
            <a:r>
              <a:rPr lang="en-US"/>
              <a:t>HHH information available via website: www.hh100.org</a:t>
            </a:r>
          </a:p>
          <a:p>
            <a:pPr algn="ctr"/>
            <a:endParaRPr lang="en-US" sz="3200" b="1"/>
          </a:p>
          <a:p>
            <a:pPr algn="ctr"/>
            <a:endParaRPr lang="en-US" sz="3200" b="1"/>
          </a:p>
        </p:txBody>
      </p:sp>
    </p:spTree>
    <p:extLst>
      <p:ext uri="{BB962C8B-B14F-4D97-AF65-F5344CB8AC3E}">
        <p14:creationId xmlns:p14="http://schemas.microsoft.com/office/powerpoint/2010/main" val="2573480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C7F28-3522-72F4-8CED-CD7CE59AB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Goals of our system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F7149-18C9-E31D-3B3A-90972BB96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791" y="1148631"/>
            <a:ext cx="8259661" cy="51956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Significantly improve efficiency of same day registration for riders.</a:t>
            </a:r>
          </a:p>
          <a:p>
            <a:r>
              <a:rPr lang="en-US"/>
              <a:t>Provide all guest with information about HHH</a:t>
            </a:r>
          </a:p>
          <a:p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97494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56060" y="7410"/>
            <a:ext cx="7429499" cy="1304067"/>
          </a:xfrm>
        </p:spPr>
        <p:txBody>
          <a:bodyPr/>
          <a:lstStyle/>
          <a:p>
            <a:r>
              <a:rPr lang="en-US"/>
              <a:t>Wish List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27EEF1-A4C8-C8F9-70D4-B2F1CC718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293" y="1193419"/>
            <a:ext cx="8274239" cy="51324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/>
              <a:t>Streamlined data entry for on-site participant registration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Database of participant information linked to </a:t>
            </a:r>
            <a:r>
              <a:rPr lang="en-US" err="1"/>
              <a:t>BikeReg</a:t>
            </a:r>
            <a:r>
              <a:rPr lang="en-US"/>
              <a:t> database and accessible by HHH admin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At-A-Glance HHH weekend event information for app users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Links to local area attractions for app users</a:t>
            </a:r>
          </a:p>
          <a:p>
            <a:pPr marL="457200" indent="-457200">
              <a:buAutoNum type="arabicPeriod"/>
            </a:pPr>
            <a:r>
              <a:rPr lang="en-US">
                <a:latin typeface="TW Cen MT"/>
              </a:rPr>
              <a:t>Ability for users to view tradeshow vendor lists and goods type</a:t>
            </a:r>
          </a:p>
          <a:p>
            <a:pPr marL="457200" indent="-457200">
              <a:buAutoNum type="arabicPeriod"/>
            </a:pPr>
            <a:r>
              <a:rPr lang="en-US">
                <a:latin typeface="TW Cen MT"/>
              </a:rPr>
              <a:t>Ability for riders to make SAG request during their event with map location</a:t>
            </a:r>
          </a:p>
          <a:p>
            <a:pPr marL="457200" indent="-457200">
              <a:buAutoNum type="arabicPeriod"/>
            </a:pPr>
            <a:r>
              <a:rPr lang="en-US"/>
              <a:t>Route maps with current rider location</a:t>
            </a:r>
          </a:p>
          <a:p>
            <a:pPr marL="457200" indent="-457200">
              <a:buFont typeface="Tw Cen MT" panose="020B0602020104020603"/>
              <a:buAutoNum type="arabicPeriod"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698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CFAB7-0BD8-5DFD-5065-B436A3842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Wish list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64FFA-DF95-78E7-25B2-8F2A0F7B6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rabicPeriod" startAt="8"/>
            </a:pPr>
            <a:r>
              <a:rPr lang="en-US">
                <a:latin typeface="TW Cen MT"/>
              </a:rPr>
              <a:t>Intuitive interface to allow HHH admin to access participant information in cases of medical or safety emergencies.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US">
                <a:latin typeface="TW Cen MT"/>
              </a:rPr>
              <a:t>Intuitive GUI for registration volunteers to look up riders and assign rider bib numbers</a:t>
            </a:r>
          </a:p>
        </p:txBody>
      </p:sp>
    </p:spTree>
    <p:extLst>
      <p:ext uri="{BB962C8B-B14F-4D97-AF65-F5344CB8AC3E}">
        <p14:creationId xmlns:p14="http://schemas.microsoft.com/office/powerpoint/2010/main" val="1807473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56060" y="7410"/>
            <a:ext cx="7429499" cy="1304067"/>
          </a:xfrm>
        </p:spPr>
        <p:txBody>
          <a:bodyPr/>
          <a:lstStyle/>
          <a:p>
            <a:r>
              <a:rPr lang="en-US"/>
              <a:t>Needs: potential participants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TW Cen MT"/>
              </a:rPr>
              <a:t>Register on-site </a:t>
            </a:r>
            <a:endParaRPr lang="en-US" sz="2000"/>
          </a:p>
          <a:p>
            <a:r>
              <a:rPr lang="en-US">
                <a:latin typeface="TW Cen MT"/>
              </a:rPr>
              <a:t>View route maps</a:t>
            </a:r>
          </a:p>
          <a:p>
            <a:r>
              <a:rPr lang="en-US">
                <a:latin typeface="TW Cen MT"/>
              </a:rPr>
              <a:t>View weekend event schedules </a:t>
            </a:r>
            <a:endParaRPr lang="en-US" sz="2000"/>
          </a:p>
          <a:p>
            <a:r>
              <a:rPr lang="en-US">
                <a:latin typeface="TW Cen MT"/>
              </a:rPr>
              <a:t>View local information (dining, lodging, etc.)</a:t>
            </a:r>
          </a:p>
          <a:p>
            <a:endParaRPr lang="en-US">
              <a:latin typeface="TW Cen MT"/>
            </a:endParaRPr>
          </a:p>
          <a:p>
            <a:endParaRPr lang="en-US" sz="2600">
              <a:latin typeface="TW Cen MT"/>
            </a:endParaRPr>
          </a:p>
        </p:txBody>
      </p:sp>
    </p:spTree>
    <p:extLst>
      <p:ext uri="{BB962C8B-B14F-4D97-AF65-F5344CB8AC3E}">
        <p14:creationId xmlns:p14="http://schemas.microsoft.com/office/powerpoint/2010/main" val="2724406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56060" y="1459"/>
            <a:ext cx="7429499" cy="1310018"/>
          </a:xfrm>
        </p:spPr>
        <p:txBody>
          <a:bodyPr/>
          <a:lstStyle/>
          <a:p>
            <a:r>
              <a:rPr lang="en-US"/>
              <a:t>Needs: HHH volunteers / Admin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56060" y="920238"/>
            <a:ext cx="7429499" cy="4870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600">
              <a:latin typeface="TW Cen MT"/>
            </a:endParaRPr>
          </a:p>
          <a:p>
            <a:endParaRPr lang="en-US" sz="2600">
              <a:latin typeface="TW Cen MT"/>
            </a:endParaRPr>
          </a:p>
          <a:p>
            <a:r>
              <a:rPr lang="en-US">
                <a:latin typeface="TW Cen MT"/>
              </a:rPr>
              <a:t>Database of participants</a:t>
            </a:r>
          </a:p>
          <a:p>
            <a:r>
              <a:rPr lang="en-US">
                <a:latin typeface="TW Cen MT"/>
              </a:rPr>
              <a:t>Database access to assign rider bib number</a:t>
            </a:r>
          </a:p>
          <a:p>
            <a:r>
              <a:rPr lang="en-US">
                <a:latin typeface="TW Cen MT"/>
              </a:rPr>
              <a:t>Database access to look up rider info for medical emergencies</a:t>
            </a:r>
          </a:p>
        </p:txBody>
      </p:sp>
    </p:spTree>
    <p:extLst>
      <p:ext uri="{BB962C8B-B14F-4D97-AF65-F5344CB8AC3E}">
        <p14:creationId xmlns:p14="http://schemas.microsoft.com/office/powerpoint/2010/main" val="500451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2FDB7-EFE0-468B-7496-F66BD026E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F89EB31-F5E8-9DF8-4B7B-A589D1365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119" y="0"/>
            <a:ext cx="8375111" cy="1165894"/>
          </a:xfrm>
        </p:spPr>
        <p:txBody>
          <a:bodyPr>
            <a:normAutofit/>
          </a:bodyPr>
          <a:lstStyle/>
          <a:p>
            <a:r>
              <a:rPr lang="en-US"/>
              <a:t>Functional Requirements 1: All USERS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39C90B-AEB0-104C-2039-253B1E835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592" y="1370598"/>
            <a:ext cx="7429499" cy="51961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The application shall provide pages for the HHH weekend events schedule &amp; planner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application shall provide pages for the HHH tradeshow vendor list &amp; map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application shall provide pages for the HHH routes map &amp; tracker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application shall provide local information guide links to participants</a:t>
            </a:r>
          </a:p>
          <a:p>
            <a:pPr marL="457200" indent="-457200">
              <a:buFont typeface="Tw Cen MT" panose="020B0602020104020603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232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C9D5C-862B-0708-923C-92C5332CF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141527B-FA41-6C8B-E86B-4F4C1789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495" y="0"/>
            <a:ext cx="8499540" cy="1165894"/>
          </a:xfrm>
        </p:spPr>
        <p:txBody>
          <a:bodyPr>
            <a:normAutofit/>
          </a:bodyPr>
          <a:lstStyle/>
          <a:p>
            <a:r>
              <a:rPr lang="en-US"/>
              <a:t>Functional Requirements 2: participants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1C78A2-9F7D-AD91-5AE6-29F8F1BEA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592" y="1370598"/>
            <a:ext cx="7429499" cy="447978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The application shall allow participants to register for any event on the day of the event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application shall allow participants to make a SAG assistance request</a:t>
            </a:r>
          </a:p>
        </p:txBody>
      </p:sp>
    </p:spTree>
    <p:extLst>
      <p:ext uri="{BB962C8B-B14F-4D97-AF65-F5344CB8AC3E}">
        <p14:creationId xmlns:p14="http://schemas.microsoft.com/office/powerpoint/2010/main" val="4098198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3DCB1-E704-515C-3443-69AA1D6F3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A122976-755D-C11D-3E4F-0AF532099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0"/>
            <a:ext cx="7429499" cy="1165894"/>
          </a:xfrm>
        </p:spPr>
        <p:txBody>
          <a:bodyPr>
            <a:normAutofit/>
          </a:bodyPr>
          <a:lstStyle/>
          <a:p>
            <a:r>
              <a:rPr lang="en-US"/>
              <a:t>functional Requirements 3:     HHH volunteers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A67985-1256-D1C0-F330-3FE951D3C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592" y="1370598"/>
            <a:ext cx="7429499" cy="49112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The application shall provide access to the on-site registration database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application shall provide for assignment of rider bib numbers by HHH volunteers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application shall provide SAG request response with rider location info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w Cen MT"/>
              </a:rPr>
              <a:t>The application shall request username</a:t>
            </a:r>
            <a:r>
              <a:rPr lang="en-US" dirty="0"/>
              <a:t> and password authentication to allow HHH volunteer access on an as-needed basis to database functionality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322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2FDB7-EFE0-468B-7496-F66BD026E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F89EB31-F5E8-9DF8-4B7B-A589D1365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0"/>
            <a:ext cx="7429499" cy="1165894"/>
          </a:xfrm>
        </p:spPr>
        <p:txBody>
          <a:bodyPr>
            <a:normAutofit/>
          </a:bodyPr>
          <a:lstStyle/>
          <a:p>
            <a:r>
              <a:rPr lang="en-US"/>
              <a:t>Functional Requirements 4: justifications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 dirty="0">
                <a:latin typeface="TW Cen MT"/>
              </a:rPr>
              <a:t>The application shall provide pages for the HHH weekend events schedule &amp; planner 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 dirty="0">
                <a:latin typeface="TW Cen MT"/>
              </a:rPr>
              <a:t>Inform riders of event start times</a:t>
            </a:r>
          </a:p>
          <a:p>
            <a:pPr marL="457200" indent="-457200">
              <a:buAutoNum type="arabicPeriod"/>
            </a:pPr>
            <a:r>
              <a:rPr lang="en-US" dirty="0">
                <a:latin typeface="TW Cen MT"/>
              </a:rPr>
              <a:t>The application shall provide pages for the HHH tradeshow vendor list &amp; map </a:t>
            </a:r>
          </a:p>
          <a:p>
            <a:pPr marL="914400" lvl="1">
              <a:buFont typeface="Courier New"/>
              <a:buChar char="o"/>
            </a:pPr>
            <a:r>
              <a:rPr lang="en-US" dirty="0">
                <a:latin typeface="TW Cen MT"/>
              </a:rPr>
              <a:t>Advertise local businesses</a:t>
            </a:r>
          </a:p>
          <a:p>
            <a:pPr marL="457200" indent="-457200">
              <a:buAutoNum type="arabicPeriod"/>
            </a:pPr>
            <a:r>
              <a:rPr lang="en-US" dirty="0">
                <a:latin typeface="TW Cen MT"/>
              </a:rPr>
              <a:t>The application shall provide pages for the HHH routes map &amp; tracker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 dirty="0">
                <a:latin typeface="TW Cen MT"/>
              </a:rPr>
              <a:t>Inform users on event routes</a:t>
            </a:r>
          </a:p>
        </p:txBody>
      </p:sp>
    </p:spTree>
    <p:extLst>
      <p:ext uri="{BB962C8B-B14F-4D97-AF65-F5344CB8AC3E}">
        <p14:creationId xmlns:p14="http://schemas.microsoft.com/office/powerpoint/2010/main" val="3714209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C9D5C-862B-0708-923C-92C5332CF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141527B-FA41-6C8B-E86B-4F4C1789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0"/>
            <a:ext cx="7429499" cy="1165894"/>
          </a:xfrm>
        </p:spPr>
        <p:txBody>
          <a:bodyPr>
            <a:normAutofit/>
          </a:bodyPr>
          <a:lstStyle/>
          <a:p>
            <a:r>
              <a:rPr lang="en-US"/>
              <a:t>functional Requirements 5: </a:t>
            </a:r>
            <a:r>
              <a:rPr lang="en-US">
                <a:latin typeface="TW Cen MT"/>
              </a:rPr>
              <a:t>justifications</a:t>
            </a:r>
            <a:r>
              <a:rPr lang="en-US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478570"/>
            <a:ext cx="7429499" cy="46813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>
                <a:latin typeface="TW Cen MT"/>
              </a:rPr>
              <a:t>The </a:t>
            </a:r>
            <a:r>
              <a:rPr lang="en-US" sz="2800">
                <a:latin typeface="TW Cen MT"/>
              </a:rPr>
              <a:t>application</a:t>
            </a:r>
            <a:r>
              <a:rPr lang="en-US">
                <a:latin typeface="TW Cen MT"/>
              </a:rPr>
              <a:t> shall provide local information guide links to participants</a:t>
            </a:r>
          </a:p>
          <a:p>
            <a:pPr marL="914400" lvl="1">
              <a:buFont typeface="Courier New,monospace"/>
              <a:buChar char="o"/>
            </a:pPr>
            <a:r>
              <a:rPr lang="en-US">
                <a:latin typeface="TW Cen MT"/>
              </a:rPr>
              <a:t>Provide information for those out of state/country</a:t>
            </a:r>
          </a:p>
          <a:p>
            <a:pPr marL="457200" indent="-457200">
              <a:buAutoNum type="arabicPeriod"/>
            </a:pPr>
            <a:r>
              <a:rPr lang="en-US">
                <a:latin typeface="TW Cen MT"/>
              </a:rPr>
              <a:t>The application shall allow participants to register for any available event on the day of the event</a:t>
            </a:r>
          </a:p>
          <a:p>
            <a:pPr marL="914400" lvl="1">
              <a:buFont typeface="Courier New,monospace" panose="020B0604020202020204" pitchFamily="34" charset="0"/>
              <a:buChar char="o"/>
            </a:pPr>
            <a:r>
              <a:rPr lang="en-US">
                <a:latin typeface="TW Cen MT"/>
              </a:rPr>
              <a:t>On-site registrants need a quick and easy registration process</a:t>
            </a:r>
          </a:p>
          <a:p>
            <a:pPr marL="457200" indent="-457200">
              <a:buAutoNum type="arabicPeriod"/>
            </a:pPr>
            <a:r>
              <a:rPr lang="en-US">
                <a:latin typeface="TW Cen MT"/>
              </a:rPr>
              <a:t>The application shall allow participants to make a SAG assistance request</a:t>
            </a:r>
          </a:p>
          <a:p>
            <a:pPr marL="914400" lvl="1">
              <a:buFont typeface="Courier New,monospace" panose="020B0604020202020204" pitchFamily="34" charset="0"/>
              <a:buChar char="o"/>
            </a:pPr>
            <a:r>
              <a:rPr lang="en-US">
                <a:latin typeface="TW Cen MT"/>
              </a:rPr>
              <a:t>Riders need the ability to contact SAG</a:t>
            </a:r>
          </a:p>
        </p:txBody>
      </p:sp>
    </p:spTree>
    <p:extLst>
      <p:ext uri="{BB962C8B-B14F-4D97-AF65-F5344CB8AC3E}">
        <p14:creationId xmlns:p14="http://schemas.microsoft.com/office/powerpoint/2010/main" val="2945194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3DCB1-E704-515C-3443-69AA1D6F3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A122976-755D-C11D-3E4F-0AF532099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0"/>
            <a:ext cx="7429499" cy="1165894"/>
          </a:xfrm>
        </p:spPr>
        <p:txBody>
          <a:bodyPr>
            <a:normAutofit/>
          </a:bodyPr>
          <a:lstStyle/>
          <a:p>
            <a:r>
              <a:rPr lang="en-US"/>
              <a:t>functional Requirements 6: </a:t>
            </a:r>
            <a:r>
              <a:rPr lang="en-US">
                <a:latin typeface="TW Cen MT"/>
              </a:rPr>
              <a:t>justifications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962377"/>
            <a:ext cx="7429499" cy="53871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TW Cen MT"/>
            </a:endParaRPr>
          </a:p>
          <a:p>
            <a:pPr marL="457200" indent="-457200">
              <a:buAutoNum type="arabicPeriod"/>
            </a:pPr>
            <a:r>
              <a:rPr lang="en-US" dirty="0">
                <a:latin typeface="TW Cen MT"/>
              </a:rPr>
              <a:t>The application shall provide access to the on-site registration database</a:t>
            </a:r>
          </a:p>
          <a:p>
            <a:pPr marL="914400" lvl="1">
              <a:buFont typeface="Courier New,monospace" panose="020B0604020202020204" pitchFamily="34" charset="0"/>
              <a:buChar char="o"/>
            </a:pPr>
            <a:r>
              <a:rPr lang="en-US" dirty="0">
                <a:latin typeface="TW Cen MT"/>
              </a:rPr>
              <a:t>Administrators need the ability to assign bib numbers</a:t>
            </a:r>
          </a:p>
          <a:p>
            <a:pPr marL="457200" indent="-457200">
              <a:buAutoNum type="arabicPeriod"/>
            </a:pPr>
            <a:r>
              <a:rPr lang="en-US" dirty="0">
                <a:latin typeface="TW Cen MT"/>
              </a:rPr>
              <a:t>The application shall provide for assignment of rider numbers</a:t>
            </a:r>
          </a:p>
          <a:p>
            <a:pPr marL="914400" lvl="1">
              <a:buFont typeface="Courier New,monospace" panose="020B0604020202020204" pitchFamily="34" charset="0"/>
              <a:buChar char="o"/>
            </a:pPr>
            <a:r>
              <a:rPr lang="en-US" dirty="0">
                <a:latin typeface="TW Cen MT"/>
              </a:rPr>
              <a:t>Each rider requires a unique bib # for identification during the ride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96569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B0A90-6C58-A77F-97CD-42C4F0077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59" y="0"/>
            <a:ext cx="7429499" cy="1204673"/>
          </a:xfrm>
        </p:spPr>
        <p:txBody>
          <a:bodyPr/>
          <a:lstStyle/>
          <a:p>
            <a:r>
              <a:rPr lang="en-US">
                <a:latin typeface="TW Cen MT"/>
              </a:rPr>
              <a:t>functional Requirements 7: justifications</a:t>
            </a:r>
            <a:endParaRPr lang="en-US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67B58-C415-C3E5-7618-2E3C6AEA4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544" y="983645"/>
            <a:ext cx="7440033" cy="481828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endParaRPr lang="en-US" sz="2800">
              <a:latin typeface="TW Cen MT"/>
            </a:endParaRPr>
          </a:p>
          <a:p>
            <a:pPr marL="457200" indent="-457200">
              <a:buAutoNum type="arabicPeriod"/>
            </a:pPr>
            <a:r>
              <a:rPr lang="en-US">
                <a:latin typeface="TW Cen MT"/>
              </a:rPr>
              <a:t>The application shall provide SAG request response with rider location info </a:t>
            </a:r>
          </a:p>
          <a:p>
            <a:pPr marL="914400" lvl="1">
              <a:buFont typeface="Courier New"/>
              <a:buChar char="o"/>
            </a:pPr>
            <a:r>
              <a:rPr lang="en-US">
                <a:latin typeface="TW Cen MT"/>
              </a:rPr>
              <a:t>SAG will need to know the location of the rider in need</a:t>
            </a:r>
          </a:p>
        </p:txBody>
      </p:sp>
    </p:spTree>
    <p:extLst>
      <p:ext uri="{BB962C8B-B14F-4D97-AF65-F5344CB8AC3E}">
        <p14:creationId xmlns:p14="http://schemas.microsoft.com/office/powerpoint/2010/main" val="3239516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151EF-6281-E735-0C39-360B89801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59" y="0"/>
            <a:ext cx="7429499" cy="1173068"/>
          </a:xfrm>
        </p:spPr>
        <p:txBody>
          <a:bodyPr/>
          <a:lstStyle/>
          <a:p>
            <a:r>
              <a:rPr lang="en-US">
                <a:latin typeface="TW Cen MT"/>
              </a:rPr>
              <a:t>functional Requirements 8: justifications</a:t>
            </a:r>
            <a:endParaRPr lang="en-US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6BABF-7BC9-E4E8-323C-32ACE9D13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930772"/>
            <a:ext cx="7429499" cy="484570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endParaRPr lang="en-US" sz="2200" dirty="0">
              <a:latin typeface="TW Cen MT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w Cen MT"/>
              </a:rPr>
              <a:t>The application shall request username</a:t>
            </a:r>
            <a:r>
              <a:rPr lang="en-US" dirty="0"/>
              <a:t> and password authentication to allow HHH volunteer access on an as-needed basis to database functionality</a:t>
            </a:r>
          </a:p>
          <a:p>
            <a:pPr marL="914400" lvl="1">
              <a:buFont typeface="Courier New"/>
              <a:buChar char="o"/>
            </a:pPr>
            <a:r>
              <a:rPr lang="en-US" dirty="0">
                <a:latin typeface="TW Cen MT"/>
              </a:rPr>
              <a:t>The database information collected from all participants should be kept secured</a:t>
            </a:r>
          </a:p>
          <a:p>
            <a:pPr marL="914400" lvl="1">
              <a:buFont typeface="Courier New"/>
              <a:buChar char="o"/>
            </a:pPr>
            <a:r>
              <a:rPr lang="en-US" dirty="0">
                <a:latin typeface="TW Cen MT"/>
              </a:rPr>
              <a:t>Limiting access to the database to a select number of trained volunteers will limit the potential for unintentional alteration of the database. </a:t>
            </a:r>
          </a:p>
          <a:p>
            <a:pPr marL="914400" lvl="1">
              <a:buFont typeface="Courier New"/>
              <a:buChar char="o"/>
            </a:pPr>
            <a:r>
              <a:rPr lang="en-US" dirty="0">
                <a:latin typeface="TW Cen MT"/>
              </a:rPr>
              <a:t>HHH volunteers require a level of access to be perform the tasks of rider lookup by name in order to assign rider bib numbers and take payment. </a:t>
            </a:r>
          </a:p>
        </p:txBody>
      </p:sp>
    </p:spTree>
    <p:extLst>
      <p:ext uri="{BB962C8B-B14F-4D97-AF65-F5344CB8AC3E}">
        <p14:creationId xmlns:p14="http://schemas.microsoft.com/office/powerpoint/2010/main" val="3473180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C9D5C-862B-0708-923C-92C5332CF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141527B-FA41-6C8B-E86B-4F4C1789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0"/>
            <a:ext cx="7429499" cy="1165894"/>
          </a:xfrm>
        </p:spPr>
        <p:txBody>
          <a:bodyPr>
            <a:normAutofit/>
          </a:bodyPr>
          <a:lstStyle/>
          <a:p>
            <a:r>
              <a:rPr lang="en-US"/>
              <a:t>Non-functional Requirements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478570"/>
            <a:ext cx="7429499" cy="48158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/>
              <a:t>Performance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W Cen MT"/>
              </a:rPr>
              <a:t>System shall maintain maximum load time of 3 seconds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W Cen MT"/>
              </a:rPr>
              <a:t>System shall handle 1,000 concurrent users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W Cen MT"/>
              </a:rPr>
              <a:t>System shall maintain frame rate of at least 60 FPS</a:t>
            </a:r>
          </a:p>
          <a:p>
            <a:pPr marL="457200" indent="-457200">
              <a:buAutoNum type="arabicPeriod"/>
            </a:pPr>
            <a:r>
              <a:rPr lang="en-US"/>
              <a:t>Safety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System shall prevent data loss in the event of an app crash.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System shall perform regular database backups.</a:t>
            </a:r>
            <a:br>
              <a:rPr lang="en-US"/>
            </a:br>
            <a:endParaRPr lang="en-US"/>
          </a:p>
          <a:p>
            <a:pPr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4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3DCB1-E704-515C-3443-69AA1D6F3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A122976-755D-C11D-3E4F-0AF532099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0"/>
            <a:ext cx="7429499" cy="1165894"/>
          </a:xfrm>
        </p:spPr>
        <p:txBody>
          <a:bodyPr>
            <a:normAutofit/>
          </a:bodyPr>
          <a:lstStyle/>
          <a:p>
            <a:r>
              <a:rPr lang="en-US"/>
              <a:t>Non-functional Requirements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478570"/>
            <a:ext cx="7429499" cy="49452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 dirty="0">
                <a:latin typeface="TW Cen MT"/>
              </a:rPr>
              <a:t>Security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TW Cen MT"/>
              </a:rPr>
              <a:t>The application shall provide a level of administrative access to HHH-side volunteers</a:t>
            </a:r>
            <a:endParaRPr lang="en-US" sz="2400" dirty="0">
              <a:latin typeface="Tw Cen MT" panose="020B0602020104020603"/>
            </a:endParaRPr>
          </a:p>
          <a:p>
            <a:pPr indent="-457200">
              <a:buAutoNum type="arabicPeriod"/>
            </a:pPr>
            <a:r>
              <a:rPr lang="en-US" dirty="0">
                <a:latin typeface="TW Cen MT"/>
              </a:rPr>
              <a:t>Quality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TW Cen MT"/>
              </a:rPr>
              <a:t>System shall be available throughout the HHH weekend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TW Cen MT"/>
              </a:rPr>
              <a:t>App shall function on iOS, Android, and Windows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latin typeface="TW Cen MT"/>
            </a:endParaRPr>
          </a:p>
          <a:p>
            <a:pPr>
              <a:buAutoNum type="arabicPeriod"/>
            </a:pPr>
            <a:endParaRPr lang="en-US" dirty="0">
              <a:latin typeface="TW Cen MT"/>
            </a:endParaRPr>
          </a:p>
        </p:txBody>
      </p:sp>
    </p:spTree>
    <p:extLst>
      <p:ext uri="{BB962C8B-B14F-4D97-AF65-F5344CB8AC3E}">
        <p14:creationId xmlns:p14="http://schemas.microsoft.com/office/powerpoint/2010/main" val="2497830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2FDB7-EFE0-468B-7496-F66BD026E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F89EB31-F5E8-9DF8-4B7B-A589D1365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0"/>
            <a:ext cx="7429499" cy="1165894"/>
          </a:xfrm>
        </p:spPr>
        <p:txBody>
          <a:bodyPr>
            <a:normAutofit/>
          </a:bodyPr>
          <a:lstStyle/>
          <a:p>
            <a:r>
              <a:rPr lang="en-US"/>
              <a:t>Non-functional Requirements 3: Justifications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478570"/>
            <a:ext cx="7429499" cy="53478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/>
              <a:t>System shall maintain a maximum load time limit of 3 seconds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Ensure users time isn't wasted from loading screens</a:t>
            </a:r>
          </a:p>
          <a:p>
            <a:pPr marL="457200" indent="-457200">
              <a:buAutoNum type="arabicPeriod"/>
            </a:pPr>
            <a:r>
              <a:rPr lang="en-US"/>
              <a:t>System shall handle 1,000 concurrent users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There are a great number of riders that register on-site</a:t>
            </a:r>
          </a:p>
          <a:p>
            <a:pPr marL="457200" indent="-457200">
              <a:buAutoNum type="arabicPeriod"/>
            </a:pPr>
            <a:r>
              <a:rPr lang="en-US"/>
              <a:t>System shall maintain frame rate of at least 60 FPS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Ensure smooth UI animations</a:t>
            </a:r>
          </a:p>
          <a:p>
            <a:pPr marL="457200" indent="-457200">
              <a:buAutoNum type="arabicPeriod"/>
            </a:pPr>
            <a:r>
              <a:rPr lang="en-US"/>
              <a:t>System shall prevent data loss in the event of an app crash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There needs to be minimal impact in the event this happens</a:t>
            </a:r>
          </a:p>
        </p:txBody>
      </p:sp>
    </p:spTree>
    <p:extLst>
      <p:ext uri="{BB962C8B-B14F-4D97-AF65-F5344CB8AC3E}">
        <p14:creationId xmlns:p14="http://schemas.microsoft.com/office/powerpoint/2010/main" val="9599352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C9D5C-862B-0708-923C-92C5332CF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141527B-FA41-6C8B-E86B-4F4C1789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0"/>
            <a:ext cx="7429499" cy="1165894"/>
          </a:xfrm>
        </p:spPr>
        <p:txBody>
          <a:bodyPr>
            <a:normAutofit/>
          </a:bodyPr>
          <a:lstStyle/>
          <a:p>
            <a:r>
              <a:rPr lang="en-US"/>
              <a:t>Non-functional Requirements 4: justifications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478570"/>
            <a:ext cx="7429499" cy="53621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/>
              <a:t>System shall perform regular database backups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Ensures data can be restored if something were to occur</a:t>
            </a:r>
          </a:p>
          <a:p>
            <a:pPr marL="457200" indent="-457200">
              <a:buAutoNum type="arabicPeriod"/>
            </a:pPr>
            <a:r>
              <a:rPr lang="en-US"/>
              <a:t>System shall securely authenticate requests to access database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Ensures only those will the correct credentials will be granted access</a:t>
            </a:r>
          </a:p>
          <a:p>
            <a:pPr marL="457200" indent="-457200">
              <a:buAutoNum type="arabicPeriod"/>
            </a:pPr>
            <a:r>
              <a:rPr lang="en-US"/>
              <a:t>System shall be available all throughout HHH weekend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Users need to be able to view the page for any information for the whole weekend</a:t>
            </a:r>
          </a:p>
          <a:p>
            <a:pPr marL="457200" indent="-457200">
              <a:buAutoNum type="arabicPeriod"/>
            </a:pPr>
            <a:r>
              <a:rPr lang="en-US"/>
              <a:t>App shall be functional on iOS, Android, and Windows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Ensures majority of phone users will have access to our app</a:t>
            </a:r>
          </a:p>
        </p:txBody>
      </p:sp>
    </p:spTree>
    <p:extLst>
      <p:ext uri="{BB962C8B-B14F-4D97-AF65-F5344CB8AC3E}">
        <p14:creationId xmlns:p14="http://schemas.microsoft.com/office/powerpoint/2010/main" val="4019550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CONSTRAINTS 1: overview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8BF150-0725-292F-272C-2902C509A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899170"/>
            <a:ext cx="7429499" cy="48920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pPr marL="457200" indent="-457200">
              <a:buAutoNum type="arabicPeriod"/>
            </a:pPr>
            <a:r>
              <a:rPr lang="en-US"/>
              <a:t>Software restrictions </a:t>
            </a:r>
          </a:p>
          <a:p>
            <a:pPr marL="457200" indent="-457200">
              <a:buAutoNum type="arabicPeriod"/>
            </a:pPr>
            <a:r>
              <a:rPr lang="en-US">
                <a:latin typeface="TW Cen MT"/>
              </a:rPr>
              <a:t>Resources/tools restricted to free versions</a:t>
            </a:r>
          </a:p>
          <a:p>
            <a:pPr marL="457200" indent="-457200">
              <a:buAutoNum type="arabicPeriod"/>
            </a:pPr>
            <a:r>
              <a:rPr lang="en-US"/>
              <a:t>Time limitation  - Project deadline : April 26</a:t>
            </a:r>
          </a:p>
          <a:p>
            <a:pPr marL="457200" indent="-457200">
              <a:buAutoNum type="arabicPeriod"/>
            </a:pPr>
            <a:r>
              <a:rPr lang="en-US"/>
              <a:t>Agile methodology</a:t>
            </a:r>
          </a:p>
          <a:p>
            <a:pPr marL="457200" indent="-457200">
              <a:buAutoNum type="arabicPeriod"/>
            </a:pPr>
            <a:r>
              <a:rPr lang="en-US"/>
              <a:t>Skillsets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/>
          </a:p>
          <a:p>
            <a:pPr marL="457200" indent="-457200">
              <a:buFont typeface="+mj-lt"/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3668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FF341-AF40-A7B4-83E2-8F3D843F2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66F8EBC-541F-1E9C-7AEF-0B353D368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CONSTRAINTS 2: Software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FDE62E-A435-BFE9-AC33-8001C87D9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457200" indent="-457200">
              <a:buAutoNum type="arabicPeriod"/>
            </a:pPr>
            <a:r>
              <a:rPr lang="en-US" sz="2600"/>
              <a:t>Front End Development Language Restrictions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Software language limited to JavaScript, Dart, Python, Django</a:t>
            </a:r>
          </a:p>
          <a:p>
            <a:pPr marL="457200" indent="-457200">
              <a:buAutoNum type="arabicPeriod"/>
            </a:pPr>
            <a:r>
              <a:rPr lang="en-US" sz="2600"/>
              <a:t>Back End Development Language Restrictions</a:t>
            </a:r>
          </a:p>
          <a:p>
            <a:pPr lvl="1">
              <a:buFont typeface="Courier New"/>
              <a:buChar char="o"/>
            </a:pPr>
            <a:r>
              <a:rPr lang="en-US" sz="2200"/>
              <a:t>Software language limited to C++, Python, Java</a:t>
            </a:r>
          </a:p>
          <a:p>
            <a:pPr marL="457200" indent="-457200">
              <a:buAutoNum type="arabicPeriod"/>
            </a:pPr>
            <a:r>
              <a:rPr lang="en-US" sz="2600"/>
              <a:t>Database restricted to an SQL type</a:t>
            </a:r>
          </a:p>
          <a:p>
            <a:pPr marL="457200" indent="-457200">
              <a:buAutoNum type="arabicPeriod"/>
            </a:pPr>
            <a:endParaRPr lang="en-US"/>
          </a:p>
          <a:p>
            <a:pPr marL="0" indent="0">
              <a:buNone/>
            </a:pPr>
            <a:r>
              <a:rPr lang="en-US" sz="2600"/>
              <a:t>Considerations:  all languages could be used for this project although some are better suited than others.  These language constraints  are imposed from outside of the project scope</a:t>
            </a:r>
          </a:p>
          <a:p>
            <a:pPr marL="457200" indent="-457200">
              <a:buAutoNum type="arabicPeriod"/>
            </a:pPr>
            <a:endParaRPr lang="en-US"/>
          </a:p>
          <a:p>
            <a:pPr marL="457200" indent="-457200">
              <a:buAutoNum type="arabicPeriod"/>
            </a:pPr>
            <a:endParaRPr lang="en-US"/>
          </a:p>
          <a:p>
            <a:pPr marL="457200" indent="-457200"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066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CONSTRAINTS 3: Software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8BF150-0725-292F-272C-2902C509A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/>
              <a:t>An API is required to process communication between the front end user interface and backend database.  </a:t>
            </a:r>
          </a:p>
          <a:p>
            <a:pPr marL="457200" indent="-457200">
              <a:buAutoNum type="arabicPeriod"/>
            </a:pPr>
            <a:r>
              <a:rPr lang="en-US"/>
              <a:t>The interactive nature of an app such as ours will require a restful type API</a:t>
            </a:r>
          </a:p>
          <a:p>
            <a:pPr marL="457200" indent="-457200">
              <a:buAutoNum type="arabicPeriod"/>
            </a:pPr>
            <a:endParaRPr lang="en-US"/>
          </a:p>
          <a:p>
            <a:pPr marL="0" indent="0">
              <a:buNone/>
            </a:pPr>
            <a:r>
              <a:rPr lang="en-US"/>
              <a:t>Considerations: Our team members have limited experience utilizing SQL and API methods/software which may cause suboptimal app performance issues. </a:t>
            </a:r>
          </a:p>
        </p:txBody>
      </p:sp>
    </p:spTree>
    <p:extLst>
      <p:ext uri="{BB962C8B-B14F-4D97-AF65-F5344CB8AC3E}">
        <p14:creationId xmlns:p14="http://schemas.microsoft.com/office/powerpoint/2010/main" val="36120993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CONSTRAINTS 4: freeware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8BF150-0725-292F-272C-2902C509A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>
                <a:latin typeface="Tw Cen MT"/>
              </a:rPr>
              <a:t>This app will be available for free to HHH users</a:t>
            </a:r>
          </a:p>
          <a:p>
            <a:pPr marL="457200" indent="-457200">
              <a:buAutoNum type="arabicPeriod"/>
            </a:pPr>
            <a:r>
              <a:rPr lang="en-US">
                <a:latin typeface="TW Cen MT"/>
              </a:rPr>
              <a:t>The resources/tools to develop the app are thusly restricted to freeware versions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Considerations:  We really don't need anything that would require payment.</a:t>
            </a:r>
          </a:p>
          <a:p>
            <a:pPr marL="457200" indent="-457200">
              <a:buFont typeface="+mj-lt"/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272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CONSTRAINTS 5: project deadline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8BF150-0725-292F-272C-2902C509A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dirty="0">
                <a:latin typeface="TW Cen MT"/>
              </a:rPr>
              <a:t>Project deadline April 26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dirty="0">
                <a:latin typeface="TW Cen MT"/>
              </a:rPr>
              <a:t>One remaining iteration waypoint prior to deadline</a:t>
            </a:r>
          </a:p>
          <a:p>
            <a:pPr marL="457200" indent="-457200">
              <a:buAutoNum type="arabicPeriod"/>
            </a:pPr>
            <a:endParaRPr lang="en-US">
              <a:latin typeface="TW Cen MT"/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/>
          </a:p>
          <a:p>
            <a:pPr marL="0" indent="0">
              <a:buNone/>
            </a:pPr>
            <a:r>
              <a:rPr lang="en-US" dirty="0"/>
              <a:t>Considerations:  Time limitation could negatively impact product development</a:t>
            </a:r>
          </a:p>
        </p:txBody>
      </p:sp>
    </p:spTree>
    <p:extLst>
      <p:ext uri="{BB962C8B-B14F-4D97-AF65-F5344CB8AC3E}">
        <p14:creationId xmlns:p14="http://schemas.microsoft.com/office/powerpoint/2010/main" val="19445226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ADAD0-B604-5A62-CCB3-A17148AD1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1B00D24-EF34-6801-F73D-1A6618D34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59" y="0"/>
            <a:ext cx="7863415" cy="1478570"/>
          </a:xfrm>
        </p:spPr>
        <p:txBody>
          <a:bodyPr>
            <a:normAutofit/>
          </a:bodyPr>
          <a:lstStyle/>
          <a:p>
            <a:r>
              <a:rPr lang="en-US"/>
              <a:t>CONSTRAINTS 6: project management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970682-A37E-14CB-99BA-6D477A3BF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>
                <a:latin typeface="TW Cen MT"/>
              </a:rPr>
              <a:t>The agile project management system is required to be implemented in the development of this project</a:t>
            </a:r>
          </a:p>
          <a:p>
            <a:pPr marL="457200" indent="-457200">
              <a:buAutoNum type="arabicPeriod"/>
            </a:pPr>
            <a:endParaRPr lang="en-US">
              <a:latin typeface="TW Cen MT"/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/>
          </a:p>
          <a:p>
            <a:pPr marL="0" indent="0">
              <a:buNone/>
            </a:pPr>
            <a:r>
              <a:rPr lang="en-US"/>
              <a:t>Considerations:  Agile is a suitable management style for a project of this scope.</a:t>
            </a:r>
          </a:p>
        </p:txBody>
      </p:sp>
    </p:spTree>
    <p:extLst>
      <p:ext uri="{BB962C8B-B14F-4D97-AF65-F5344CB8AC3E}">
        <p14:creationId xmlns:p14="http://schemas.microsoft.com/office/powerpoint/2010/main" val="34961023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9135F-AD55-57D5-B8C3-E9008E6A4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8061286-0448-8F51-09CD-6825AB07C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59" y="0"/>
            <a:ext cx="7863415" cy="1478570"/>
          </a:xfrm>
        </p:spPr>
        <p:txBody>
          <a:bodyPr>
            <a:normAutofit/>
          </a:bodyPr>
          <a:lstStyle/>
          <a:p>
            <a:r>
              <a:rPr lang="en-US"/>
              <a:t>CONSTRAINTS 7: skillset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BACF06-7234-FC5D-FF5B-7C2CB1845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AutoNum type="arabicPeriod"/>
            </a:pPr>
            <a:r>
              <a:rPr lang="en-US">
                <a:latin typeface="TW Cen MT"/>
              </a:rPr>
              <a:t>Members of this team are fairly proficient with python and C++ programming</a:t>
            </a:r>
            <a:endParaRPr lang="en-US"/>
          </a:p>
          <a:p>
            <a:pPr marL="457200" indent="-457200">
              <a:buAutoNum type="arabicPeriod"/>
            </a:pPr>
            <a:r>
              <a:rPr lang="en-US">
                <a:latin typeface="Tw Cen MT" panose="020B0602020104020603"/>
              </a:rPr>
              <a:t>The team has almost no experience with designing mobile apps</a:t>
            </a:r>
            <a:endParaRPr lang="en-US">
              <a:latin typeface="TW Cen MT"/>
            </a:endParaRPr>
          </a:p>
          <a:p>
            <a:pPr marL="457200" indent="-457200">
              <a:buAutoNum type="arabicPeriod"/>
            </a:pPr>
            <a:r>
              <a:rPr lang="en-US">
                <a:latin typeface="Tw Cen MT"/>
              </a:rPr>
              <a:t>The team has limited experience with database and API use.</a:t>
            </a:r>
            <a:endParaRPr lang="en-US"/>
          </a:p>
          <a:p>
            <a:pPr marL="0" indent="0">
              <a:buNone/>
            </a:pPr>
            <a:r>
              <a:rPr lang="en-US"/>
              <a:t>Considerations:  There has been and will continue to be a steep learning curve the team must surmount to complete this project</a:t>
            </a:r>
          </a:p>
        </p:txBody>
      </p:sp>
    </p:spTree>
    <p:extLst>
      <p:ext uri="{BB962C8B-B14F-4D97-AF65-F5344CB8AC3E}">
        <p14:creationId xmlns:p14="http://schemas.microsoft.com/office/powerpoint/2010/main" val="27090617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CONSTRAINTS 7: justifications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8BF150-0725-292F-272C-2902C509A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1478570"/>
            <a:ext cx="7429499" cy="53555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>
                <a:latin typeface="TW Cen MT"/>
              </a:rPr>
              <a:t>Frontend restricted to </a:t>
            </a:r>
            <a:r>
              <a:rPr lang="en-US" err="1">
                <a:latin typeface="TW Cen MT"/>
              </a:rPr>
              <a:t>Javascript</a:t>
            </a:r>
            <a:r>
              <a:rPr lang="en-US">
                <a:latin typeface="TW Cen MT"/>
              </a:rPr>
              <a:t> (react native), Python, Dart (flutter)</a:t>
            </a:r>
          </a:p>
          <a:p>
            <a:pPr marL="914400" lvl="1">
              <a:buFont typeface="Courier New"/>
              <a:buChar char="o"/>
            </a:pPr>
            <a:r>
              <a:rPr lang="en-US">
                <a:latin typeface="TW Cen MT"/>
              </a:rPr>
              <a:t>Could be more efficient languages or frameworks</a:t>
            </a:r>
          </a:p>
          <a:p>
            <a:pPr marL="457200" indent="-457200">
              <a:buAutoNum type="arabicPeriod"/>
            </a:pPr>
            <a:r>
              <a:rPr lang="en-US">
                <a:latin typeface="TW Cen MT"/>
              </a:rPr>
              <a:t>Database restricted to SQL (MySQL)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>
                <a:latin typeface="TW Cen MT"/>
              </a:rPr>
              <a:t>Could be more optimal database languages</a:t>
            </a:r>
          </a:p>
          <a:p>
            <a:pPr marL="457200" indent="-457200">
              <a:buAutoNum type="arabicPeriod"/>
            </a:pPr>
            <a:r>
              <a:rPr lang="en-US">
                <a:latin typeface="TW Cen MT"/>
              </a:rPr>
              <a:t>Time limitation - Project deadline : April 26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>
                <a:latin typeface="TW Cen MT"/>
              </a:rPr>
              <a:t>Restricts time needed for development and testing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endParaRPr lang="en-US">
              <a:latin typeface="TW Cen MT"/>
            </a:endParaRPr>
          </a:p>
          <a:p>
            <a:pPr marL="457200" indent="-457200">
              <a:buFont typeface="Arial" panose="020B0602020104020603"/>
              <a:buChar char="•"/>
            </a:pPr>
            <a:endParaRPr lang="en-US">
              <a:latin typeface="Tw Cen MT" panose="020B0602020104020603"/>
            </a:endParaRPr>
          </a:p>
        </p:txBody>
      </p:sp>
    </p:spTree>
    <p:extLst>
      <p:ext uri="{BB962C8B-B14F-4D97-AF65-F5344CB8AC3E}">
        <p14:creationId xmlns:p14="http://schemas.microsoft.com/office/powerpoint/2010/main" val="12258339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45642-A60B-EB6C-44C0-147CC3300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Constraints 8: justifications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8B904-DD08-7241-4E97-DEA7E8DA2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>
                <a:latin typeface="TW Cen MT"/>
              </a:rPr>
              <a:t>Resources/tools restricted to free versions</a:t>
            </a:r>
            <a:endParaRPr lang="en-US"/>
          </a:p>
          <a:p>
            <a:pPr marL="914400" lvl="1">
              <a:buFont typeface="Courier New"/>
              <a:buChar char="o"/>
            </a:pPr>
            <a:r>
              <a:rPr lang="en-US">
                <a:latin typeface="TW Cen MT"/>
              </a:rPr>
              <a:t>Limitations to features and performance</a:t>
            </a:r>
          </a:p>
          <a:p>
            <a:pPr marL="457200" indent="-457200">
              <a:buAutoNum type="arabicPeriod"/>
            </a:pPr>
            <a:r>
              <a:rPr lang="en-US">
                <a:latin typeface="TW Cen MT"/>
              </a:rPr>
              <a:t>Agile methodology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>
                <a:latin typeface="TW Cen MT"/>
              </a:rPr>
              <a:t>Scope creep and misaligned expectations</a:t>
            </a:r>
          </a:p>
          <a:p>
            <a:pPr marL="457200" indent="-457200">
              <a:buAutoNum type="arabicPeriod"/>
            </a:pPr>
            <a:r>
              <a:rPr lang="en-US">
                <a:latin typeface="TW Cen MT"/>
              </a:rPr>
              <a:t>Skillsets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>
                <a:latin typeface="TW Cen MT"/>
              </a:rPr>
              <a:t>Lacking expertise in Flutter, </a:t>
            </a:r>
            <a:r>
              <a:rPr lang="en-US" err="1">
                <a:latin typeface="TW Cen MT"/>
              </a:rPr>
              <a:t>FastAPI</a:t>
            </a:r>
            <a:r>
              <a:rPr lang="en-US">
                <a:latin typeface="TW Cen MT"/>
              </a:rPr>
              <a:t>, and MySQL</a:t>
            </a:r>
          </a:p>
        </p:txBody>
      </p:sp>
    </p:spTree>
    <p:extLst>
      <p:ext uri="{BB962C8B-B14F-4D97-AF65-F5344CB8AC3E}">
        <p14:creationId xmlns:p14="http://schemas.microsoft.com/office/powerpoint/2010/main" val="27106528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Derivation of requirements 1: Techniques Utilized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8BF150-0725-292F-272C-2902C509A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/>
              <a:t>Interview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Brainstorming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Use Case Analysis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9397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Derivation of requirements 2: Interviews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8BF150-0725-292F-272C-2902C509A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1478570"/>
            <a:ext cx="7429499" cy="45031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71500" lvl="1" indent="-342900"/>
            <a:r>
              <a:rPr lang="en-US" sz="2400"/>
              <a:t>HHH on-site registration volunteers</a:t>
            </a:r>
          </a:p>
          <a:p>
            <a:pPr lvl="1"/>
            <a:r>
              <a:rPr lang="en-US"/>
              <a:t>Jon Scales (Kings of Code team member)</a:t>
            </a:r>
          </a:p>
          <a:p>
            <a:pPr lvl="1"/>
            <a:r>
              <a:rPr lang="en-US"/>
              <a:t>Patrick Mitchell </a:t>
            </a:r>
          </a:p>
          <a:p>
            <a:pPr marL="457200"/>
            <a:r>
              <a:rPr lang="en-US"/>
              <a:t>Interviews with these volunteers identified needs and desired features of the app for the on-site registration process itself</a:t>
            </a:r>
          </a:p>
          <a:p>
            <a:pPr marL="457200">
              <a:buFont typeface="Arial" panose="020B0604020202020204" pitchFamily="34" charset="0"/>
              <a:buChar char="•"/>
            </a:pPr>
            <a:endParaRPr lang="en-US" sz="2800"/>
          </a:p>
          <a:p>
            <a:pPr marL="457200">
              <a:buFont typeface="Arial" panose="020B0604020202020204" pitchFamily="34" charset="0"/>
              <a:buChar char="•"/>
            </a:pPr>
            <a:endParaRPr lang="en-US" sz="2800"/>
          </a:p>
          <a:p>
            <a:pPr marL="457200">
              <a:buFont typeface="Arial" panose="020B0604020202020204" pitchFamily="34" charset="0"/>
              <a:buChar char="•"/>
            </a:pPr>
            <a:endParaRPr lang="en-US" sz="2800"/>
          </a:p>
          <a:p>
            <a:pPr marL="457200" indent="-457200">
              <a:buFont typeface="Arial" panose="020B0602020104020603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6302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Derivation of requirements 3: brainstorming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8BF150-0725-292F-272C-2902C509A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Arial" panose="020B0602020104020603"/>
              <a:buChar char="•"/>
            </a:pPr>
            <a:r>
              <a:rPr lang="en-US"/>
              <a:t>Brainstorming among Kings of Code team members</a:t>
            </a:r>
          </a:p>
          <a:p>
            <a:pPr marL="457200" indent="-457200">
              <a:buFont typeface="Arial" panose="020B0602020104020603"/>
              <a:buChar char="•"/>
            </a:pPr>
            <a:r>
              <a:rPr lang="en-US"/>
              <a:t>This activity revealed features necessary to make the app more expansive for HHH participants</a:t>
            </a:r>
          </a:p>
          <a:p>
            <a:pPr marL="914400" lvl="1" indent="-457200">
              <a:buFont typeface="Courier New" panose="020B0602020104020603"/>
              <a:buChar char="o"/>
            </a:pPr>
            <a:r>
              <a:rPr lang="en-US"/>
              <a:t>Features such as ride maps, event schedules, local dining &amp; lodging information. </a:t>
            </a:r>
          </a:p>
          <a:p>
            <a:pPr marL="457200" indent="-457200">
              <a:buFont typeface="Arial" panose="020B0602020104020603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910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Derivation of requirements 4: </a:t>
            </a:r>
            <a:br>
              <a:rPr lang="en-US"/>
            </a:br>
            <a:r>
              <a:rPr lang="en-US"/>
              <a:t>Use case analysis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8BF150-0725-292F-272C-2902C509A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1478570"/>
            <a:ext cx="7778749" cy="43126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Arial" panose="020B0602020104020603"/>
              <a:buChar char="•"/>
            </a:pPr>
            <a:r>
              <a:rPr lang="en-US" sz="2800"/>
              <a:t>Preliminary use-case analysis allowed visualization of app user categories and behavior</a:t>
            </a:r>
          </a:p>
          <a:p>
            <a:pPr marL="914400" lvl="1" indent="-457200">
              <a:buFont typeface="Courier New" panose="020B0602020104020603"/>
              <a:buChar char="o"/>
            </a:pPr>
            <a:r>
              <a:rPr lang="en-US" sz="2400"/>
              <a:t>Suggests 3 categories of app users</a:t>
            </a:r>
          </a:p>
          <a:p>
            <a:pPr marL="1371600" lvl="2">
              <a:buFont typeface="Wingdings" panose="020B0602020104020603"/>
              <a:buChar char="§"/>
            </a:pPr>
            <a:r>
              <a:rPr lang="en-US" sz="2000"/>
              <a:t>Spectators</a:t>
            </a:r>
          </a:p>
          <a:p>
            <a:pPr marL="1371600" lvl="2">
              <a:buFont typeface="Wingdings" panose="020B0602020104020603"/>
              <a:buChar char="§"/>
            </a:pPr>
            <a:r>
              <a:rPr lang="en-US" sz="2000"/>
              <a:t>Riders</a:t>
            </a:r>
          </a:p>
          <a:p>
            <a:pPr marL="1371600" lvl="2">
              <a:buFont typeface="Wingdings" panose="020B0602020104020603"/>
              <a:buChar char="§"/>
            </a:pPr>
            <a:r>
              <a:rPr lang="en-US" sz="2000"/>
              <a:t>Volunteers</a:t>
            </a:r>
          </a:p>
          <a:p>
            <a:pPr marL="914400" lvl="1" indent="-457200">
              <a:buFont typeface="Courier New" panose="020B0602020104020603"/>
              <a:buChar char="o"/>
            </a:pPr>
            <a:r>
              <a:rPr lang="en-US" sz="2400"/>
              <a:t>Suggests how each user type will interact with the app</a:t>
            </a:r>
          </a:p>
          <a:p>
            <a:pPr marL="1371600" lvl="2">
              <a:buFont typeface="Wingdings" panose="020B0602020104020603"/>
              <a:buChar char="§"/>
            </a:pPr>
            <a:endParaRPr lang="en-US" sz="2200"/>
          </a:p>
          <a:p>
            <a:pPr marL="457200" indent="-457200">
              <a:buFont typeface="Arial" panose="020B0602020104020603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6828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FA630FD-128D-7386-4ECC-95E11E3F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/>
              <a:t>What is the HHH Organization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What</a:t>
            </a:r>
          </a:p>
          <a:p>
            <a:r>
              <a:rPr lang="en-US"/>
              <a:t>Current situation</a:t>
            </a:r>
          </a:p>
          <a:p>
            <a:r>
              <a:rPr lang="en-US"/>
              <a:t>How does it operate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93B709-154E-B86B-94DE-839174F0B73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9883" y="3328828"/>
            <a:ext cx="6732261" cy="330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438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FA630FD-128D-7386-4ECC-95E11E3F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/>
              <a:t>System Context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System will serve as an interface for HHH attendees to better experience the event</a:t>
            </a:r>
          </a:p>
          <a:p>
            <a:r>
              <a:rPr lang="en-US"/>
              <a:t>Better event registration system replacing current </a:t>
            </a:r>
            <a:r>
              <a:rPr lang="en-US">
                <a:latin typeface="TW Cen MT"/>
              </a:rPr>
              <a:t>cumbersome </a:t>
            </a:r>
            <a:r>
              <a:rPr lang="en-US"/>
              <a:t>system</a:t>
            </a:r>
          </a:p>
          <a:p>
            <a:r>
              <a:rPr lang="en-US"/>
              <a:t>Expanded functionality to provide with additional event &amp; regional information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404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FA630FD-128D-7386-4ECC-95E11E3F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/>
              <a:t>Existing Business processes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What are they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BikeReg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Active</a:t>
            </a:r>
          </a:p>
          <a:p>
            <a:r>
              <a:rPr lang="en-US"/>
              <a:t>Input and Output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Rider information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Entry to database and confirmation receipt</a:t>
            </a:r>
          </a:p>
          <a:p>
            <a:r>
              <a:rPr lang="en-US"/>
              <a:t>Relationships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Domain Competition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Only participant database and registration portal</a:t>
            </a:r>
          </a:p>
        </p:txBody>
      </p:sp>
    </p:spTree>
    <p:extLst>
      <p:ext uri="{BB962C8B-B14F-4D97-AF65-F5344CB8AC3E}">
        <p14:creationId xmlns:p14="http://schemas.microsoft.com/office/powerpoint/2010/main" val="25225103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FA630FD-128D-7386-4ECC-95E11E3F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/>
              <a:t>Current system deficiencies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56060" y="1478570"/>
            <a:ext cx="7640668" cy="431263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On-site registration is cumbersome using BikeReg.com site</a:t>
            </a:r>
          </a:p>
          <a:p>
            <a:r>
              <a:rPr lang="en-US"/>
              <a:t>Solely for registration purposes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No access to local business information – dining, lodging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Only printed or web-access to schedule of events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No tradeshow vender/product list/info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3109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FA630FD-128D-7386-4ECC-95E11E3F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/>
              <a:t>Product goals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>
                <a:latin typeface="TW Cen MT"/>
              </a:rPr>
              <a:t>Significantly improve efficiency of on-site registration for riders and HHH volunteers</a:t>
            </a:r>
          </a:p>
          <a:p>
            <a:r>
              <a:rPr lang="en-US" sz="2800">
                <a:latin typeface="TW Cen MT"/>
              </a:rPr>
              <a:t>Provide all guest with additional information about HHH and select Wichita Falls businesses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FA630FD-128D-7386-4ECC-95E11E3F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582" y="0"/>
            <a:ext cx="9169158" cy="1478570"/>
          </a:xfrm>
        </p:spPr>
        <p:txBody>
          <a:bodyPr>
            <a:normAutofit/>
          </a:bodyPr>
          <a:lstStyle/>
          <a:p>
            <a:pPr algn="ctr"/>
            <a:r>
              <a:rPr lang="en-US" sz="4000"/>
              <a:t>Users current and future systems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76144" y="1478570"/>
            <a:ext cx="8487831" cy="431263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/>
              <a:t>Present system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400"/>
              <a:t>HHH participants register on-site using </a:t>
            </a:r>
            <a:r>
              <a:rPr lang="en-US" sz="2400" err="1"/>
              <a:t>BikeReg</a:t>
            </a:r>
            <a:r>
              <a:rPr lang="en-US" sz="2400"/>
              <a:t> system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400"/>
              <a:t>HHH volunteers must navigate </a:t>
            </a:r>
            <a:r>
              <a:rPr lang="en-US" sz="2400" err="1"/>
              <a:t>BikeReg</a:t>
            </a:r>
            <a:r>
              <a:rPr lang="en-US" sz="2400"/>
              <a:t> database</a:t>
            </a:r>
          </a:p>
          <a:p>
            <a:r>
              <a:rPr lang="en-US" sz="2800"/>
              <a:t>Future system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2400" b="1" u="sng">
                <a:solidFill>
                  <a:srgbClr val="FFFF00"/>
                </a:solidFill>
                <a:latin typeface="TW Cen MT"/>
              </a:rPr>
              <a:t>All app users</a:t>
            </a:r>
            <a:r>
              <a:rPr lang="en-US" sz="2400" b="1">
                <a:solidFill>
                  <a:srgbClr val="FFFF00"/>
                </a:solidFill>
                <a:latin typeface="TW Cen MT"/>
              </a:rPr>
              <a:t> have access to additional features of The Ride App</a:t>
            </a:r>
            <a:endParaRPr lang="en-US" sz="2400">
              <a:solidFill>
                <a:srgbClr val="FFFF00"/>
              </a:solidFill>
              <a:latin typeface="TW Cen M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400">
                <a:latin typeface="TW Cen MT"/>
              </a:rPr>
              <a:t>HHH participants </a:t>
            </a:r>
            <a:r>
              <a:rPr lang="en-US" sz="2400"/>
              <a:t>will register on-site via The Ride App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400"/>
              <a:t>HHH volunteers will use The Ride App to interact with database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4451807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FA630FD-128D-7386-4ECC-95E11E3F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/>
              <a:t>User needs &amp; priorities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/>
              <a:t>User needs the ability register for their event in a timely manner</a:t>
            </a:r>
          </a:p>
          <a:p>
            <a:r>
              <a:rPr lang="en-US" sz="2800"/>
              <a:t>They need the ability to view their course maps and different events that will be going on that weekend</a:t>
            </a:r>
          </a:p>
        </p:txBody>
      </p:sp>
    </p:spTree>
    <p:extLst>
      <p:ext uri="{BB962C8B-B14F-4D97-AF65-F5344CB8AC3E}">
        <p14:creationId xmlns:p14="http://schemas.microsoft.com/office/powerpoint/2010/main" val="5753060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FA630FD-128D-7386-4ECC-95E11E3F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/>
              <a:t>considerations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56060" y="1478570"/>
            <a:ext cx="7429499" cy="53660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Quality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Intuitive, easy-to-navigate interface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Handle errors gracefully</a:t>
            </a:r>
          </a:p>
          <a:p>
            <a:r>
              <a:rPr lang="en-US"/>
              <a:t>Performance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Fast loading times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Smooth UI animations</a:t>
            </a:r>
          </a:p>
          <a:p>
            <a:r>
              <a:rPr lang="en-US"/>
              <a:t>Security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Authentication tokens to secure API endpoints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Use of HTTPS for all communications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8911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FA630FD-128D-7386-4ECC-95E11E3F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8" y="0"/>
            <a:ext cx="9146369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/>
              <a:t>Business domain:  </a:t>
            </a:r>
            <a:br>
              <a:rPr lang="en-US" sz="4000"/>
            </a:br>
            <a:r>
              <a:rPr lang="en-US" sz="4000"/>
              <a:t>Event Management - </a:t>
            </a:r>
            <a:r>
              <a:rPr lang="en-US" sz="4000" err="1"/>
              <a:t>SPorts</a:t>
            </a:r>
            <a:r>
              <a:rPr lang="en-US" sz="4000"/>
              <a:t> &amp; recreation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856060" y="1879616"/>
            <a:ext cx="3428264" cy="3956106"/>
          </a:xfrm>
        </p:spPr>
        <p:txBody>
          <a:bodyPr>
            <a:normAutofit/>
          </a:bodyPr>
          <a:lstStyle/>
          <a:p>
            <a:r>
              <a:rPr lang="en-US" sz="2800"/>
              <a:t>Athletes</a:t>
            </a:r>
          </a:p>
          <a:p>
            <a:pPr lvl="1"/>
            <a:r>
              <a:rPr lang="en-US" sz="2400"/>
              <a:t>Amateur</a:t>
            </a:r>
          </a:p>
          <a:p>
            <a:pPr lvl="1"/>
            <a:r>
              <a:rPr lang="en-US" sz="2400"/>
              <a:t>Professional</a:t>
            </a:r>
          </a:p>
          <a:p>
            <a:r>
              <a:rPr lang="en-US" sz="2800"/>
              <a:t>Recreationalists</a:t>
            </a:r>
          </a:p>
          <a:p>
            <a:pPr lvl="1"/>
            <a:r>
              <a:rPr lang="en-US" sz="2400"/>
              <a:t>Casual</a:t>
            </a:r>
          </a:p>
          <a:p>
            <a:pPr lvl="1"/>
            <a:r>
              <a:rPr lang="en-US" sz="2400"/>
              <a:t>Extreme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570809" y="1879616"/>
            <a:ext cx="3939497" cy="3688978"/>
          </a:xfrm>
        </p:spPr>
        <p:txBody>
          <a:bodyPr>
            <a:normAutofit/>
          </a:bodyPr>
          <a:lstStyle/>
          <a:p>
            <a:r>
              <a:rPr lang="en-US" sz="2800"/>
              <a:t>Spectators</a:t>
            </a:r>
          </a:p>
          <a:p>
            <a:r>
              <a:rPr lang="en-US" sz="2800"/>
              <a:t>Venders </a:t>
            </a:r>
          </a:p>
          <a:p>
            <a:pPr lvl="1"/>
            <a:r>
              <a:rPr lang="en-US" sz="2400"/>
              <a:t>Clothing</a:t>
            </a:r>
          </a:p>
          <a:p>
            <a:pPr lvl="1"/>
            <a:r>
              <a:rPr lang="en-US" sz="2400"/>
              <a:t>Equipment/Gear </a:t>
            </a:r>
          </a:p>
          <a:p>
            <a:pPr lvl="1"/>
            <a:r>
              <a:rPr lang="en-US" sz="2400"/>
              <a:t>Nutrition/Health</a:t>
            </a:r>
          </a:p>
          <a:p>
            <a:pPr lvl="1"/>
            <a:r>
              <a:rPr lang="en-US" sz="2400"/>
              <a:t>Artwork/Memorabilia </a:t>
            </a:r>
          </a:p>
          <a:p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8434989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FA630FD-128D-7386-4ECC-95E11E3F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/>
              <a:t>Business domain:  </a:t>
            </a:r>
            <a:br>
              <a:rPr lang="en-US" sz="4000"/>
            </a:br>
            <a:r>
              <a:rPr lang="en-US" sz="4000"/>
              <a:t>info 1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/>
            <a:r>
              <a:rPr lang="en-US">
                <a:latin typeface="TW Cen MT"/>
              </a:rPr>
              <a:t>Our software system can be seen as a management tool applicable for the event management business domain for sports and recreation events such as HHH</a:t>
            </a:r>
            <a:endParaRPr lang="en-US"/>
          </a:p>
          <a:p>
            <a:pPr marL="285750" indent="-285750"/>
            <a:r>
              <a:rPr lang="en-US"/>
              <a:t>HHH steering committee member Jon Scales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Supplied information regarding operations occurring at HHH weekend event. </a:t>
            </a:r>
          </a:p>
          <a:p>
            <a:pPr marL="285750" indent="-285750"/>
            <a:r>
              <a:rPr lang="en-US"/>
              <a:t>Web searches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Identified similar business domains </a:t>
            </a:r>
          </a:p>
          <a:p>
            <a:pPr marL="571500" indent="-571500"/>
            <a:endParaRPr lang="en-US"/>
          </a:p>
          <a:p>
            <a:pPr indent="-457200"/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799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FA630FD-128D-7386-4ECC-95E11E3F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0"/>
            <a:ext cx="7429499" cy="1478570"/>
          </a:xfrm>
        </p:spPr>
        <p:txBody>
          <a:bodyPr>
            <a:normAutofit/>
          </a:bodyPr>
          <a:lstStyle/>
          <a:p>
            <a:pPr algn="ctr"/>
            <a:r>
              <a:rPr lang="en-US" sz="4000"/>
              <a:t>Brainstorming 1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856058" y="2291624"/>
            <a:ext cx="3711464" cy="408951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/>
            <a:r>
              <a:rPr lang="en-US" sz="2000">
                <a:latin typeface="TW Cen MT"/>
                <a:cs typeface="Times New Roman"/>
              </a:rPr>
              <a:t>Rider</a:t>
            </a:r>
            <a:endParaRPr lang="en-US"/>
          </a:p>
          <a:p>
            <a:pPr marL="342900" indent="-342900"/>
            <a:r>
              <a:rPr lang="en-US" sz="2000">
                <a:latin typeface="TW Cen MT"/>
                <a:cs typeface="Times New Roman"/>
              </a:rPr>
              <a:t>Administrator</a:t>
            </a:r>
          </a:p>
          <a:p>
            <a:pPr marL="342900" indent="-342900"/>
            <a:r>
              <a:rPr lang="en-US" sz="2000">
                <a:latin typeface="TW Cen MT"/>
              </a:rPr>
              <a:t>Registration</a:t>
            </a:r>
          </a:p>
          <a:p>
            <a:pPr marL="342900" indent="-342900"/>
            <a:r>
              <a:rPr lang="en-US" sz="2000">
                <a:latin typeface="TW Cen MT"/>
              </a:rPr>
              <a:t>Opening application</a:t>
            </a:r>
          </a:p>
          <a:p>
            <a:pPr marL="342900" indent="-342900"/>
            <a:r>
              <a:rPr lang="en-US" sz="2000">
                <a:latin typeface="TW Cen MT"/>
              </a:rPr>
              <a:t>Calling SAG</a:t>
            </a:r>
          </a:p>
          <a:p>
            <a:pPr marL="342900" indent="-342900"/>
            <a:r>
              <a:rPr lang="en-US" sz="2000">
                <a:latin typeface="TW Cen MT"/>
              </a:rPr>
              <a:t>Accessing application services (event calendar, vendor list)</a:t>
            </a:r>
          </a:p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997860" y="2281089"/>
            <a:ext cx="3277165" cy="35101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latin typeface="TW Cen MT"/>
                <a:cs typeface="Times New Roman"/>
              </a:rPr>
              <a:t>Registering for an event</a:t>
            </a:r>
          </a:p>
          <a:p>
            <a:r>
              <a:rPr lang="en-US" sz="2000" dirty="0">
                <a:latin typeface="TW Cen MT"/>
              </a:rPr>
              <a:t>Rider info (name, age, bib #, etc.)</a:t>
            </a:r>
          </a:p>
          <a:p>
            <a:r>
              <a:rPr lang="en-US" sz="2000" dirty="0">
                <a:latin typeface="TW Cen MT"/>
              </a:rPr>
              <a:t>Accessing/updating/maintaining registration database</a:t>
            </a:r>
            <a:endParaRPr lang="en-US" dirty="0"/>
          </a:p>
          <a:p>
            <a:r>
              <a:rPr lang="en-US" sz="2000" dirty="0">
                <a:latin typeface="TW Cen MT"/>
              </a:rPr>
              <a:t>usernames/passwords</a:t>
            </a:r>
          </a:p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C20537-4244-C77A-65CA-3FC5C33854F5}"/>
              </a:ext>
            </a:extLst>
          </p:cNvPr>
          <p:cNvSpPr txBox="1"/>
          <p:nvPr/>
        </p:nvSpPr>
        <p:spPr>
          <a:xfrm>
            <a:off x="434300" y="1476463"/>
            <a:ext cx="409295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TW Cen MT"/>
              </a:rPr>
              <a:t>Important application domain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453928-46D5-4F7F-B417-BC1CED877001}"/>
              </a:ext>
            </a:extLst>
          </p:cNvPr>
          <p:cNvSpPr txBox="1"/>
          <p:nvPr/>
        </p:nvSpPr>
        <p:spPr>
          <a:xfrm>
            <a:off x="4633100" y="1462197"/>
            <a:ext cx="365970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TW Cen MT"/>
                <a:cs typeface="Segoe UI"/>
              </a:rPr>
              <a:t>Properties/Attributes</a:t>
            </a:r>
            <a:endParaRPr lang="en-US" sz="2400">
              <a:latin typeface="TW Cen MT"/>
            </a:endParaRPr>
          </a:p>
        </p:txBody>
      </p:sp>
    </p:spTree>
    <p:extLst>
      <p:ext uri="{BB962C8B-B14F-4D97-AF65-F5344CB8AC3E}">
        <p14:creationId xmlns:p14="http://schemas.microsoft.com/office/powerpoint/2010/main" val="34983907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FA630FD-128D-7386-4ECC-95E11E3F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0"/>
            <a:ext cx="7429499" cy="1478570"/>
          </a:xfrm>
        </p:spPr>
        <p:txBody>
          <a:bodyPr>
            <a:normAutofit/>
          </a:bodyPr>
          <a:lstStyle/>
          <a:p>
            <a:pPr algn="ctr"/>
            <a:r>
              <a:rPr lang="en-US" sz="4000"/>
              <a:t>Brainstorming 2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399081" y="1470107"/>
            <a:ext cx="4558374" cy="417671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>
                <a:latin typeface="Times New Roman"/>
                <a:cs typeface="Times New Roman"/>
              </a:rPr>
              <a:t>	</a:t>
            </a:r>
            <a:r>
              <a:rPr lang="en-US" sz="2000">
                <a:cs typeface="Times New Roman"/>
              </a:rPr>
              <a:t>	</a:t>
            </a:r>
            <a:r>
              <a:rPr lang="en-US">
                <a:cs typeface="Times New Roman" panose="02020603050405020304" pitchFamily="18" charset="0"/>
              </a:rPr>
              <a:t>List relationships</a:t>
            </a:r>
          </a:p>
          <a:p>
            <a:r>
              <a:rPr lang="en-US">
                <a:cs typeface="Times New Roman" panose="02020603050405020304" pitchFamily="18" charset="0"/>
              </a:rPr>
              <a:t>Rider is a user</a:t>
            </a:r>
          </a:p>
          <a:p>
            <a:r>
              <a:rPr lang="en-US">
                <a:cs typeface="Times New Roman" panose="02020603050405020304" pitchFamily="18" charset="0"/>
              </a:rPr>
              <a:t>Administrator is a user</a:t>
            </a:r>
          </a:p>
          <a:p>
            <a:r>
              <a:rPr lang="en-US">
                <a:cs typeface="Times New Roman" panose="02020603050405020304" pitchFamily="18" charset="0"/>
              </a:rPr>
              <a:t>Rider registers for a race.</a:t>
            </a:r>
          </a:p>
          <a:p>
            <a:r>
              <a:rPr lang="en-US">
                <a:cs typeface="Times New Roman" panose="02020603050405020304" pitchFamily="18" charset="0"/>
              </a:rPr>
              <a:t>User signs up in </a:t>
            </a:r>
            <a:r>
              <a:rPr lang="en-US">
                <a:ea typeface="Calibri"/>
                <a:cs typeface="Times New Roman" panose="02020603050405020304" pitchFamily="18" charset="0"/>
              </a:rPr>
              <a:t>the</a:t>
            </a:r>
            <a:r>
              <a:rPr lang="en-US">
                <a:cs typeface="Times New Roman" panose="02020603050405020304" pitchFamily="18" charset="0"/>
              </a:rPr>
              <a:t> app</a:t>
            </a:r>
          </a:p>
          <a:p>
            <a:r>
              <a:rPr lang="en-US">
                <a:cs typeface="Times New Roman" panose="02020603050405020304" pitchFamily="18" charset="0"/>
              </a:rPr>
              <a:t>User views event calendar, vendor list, etc.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5178816" y="1485147"/>
            <a:ext cx="3696513" cy="446246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>
                <a:cs typeface="Times New Roman"/>
              </a:rPr>
              <a:t>Nouns / Noun phrases</a:t>
            </a:r>
          </a:p>
          <a:p>
            <a:r>
              <a:rPr lang="en-US">
                <a:cs typeface="Times New Roman"/>
              </a:rPr>
              <a:t>User</a:t>
            </a:r>
          </a:p>
          <a:p>
            <a:r>
              <a:rPr lang="en-US">
                <a:cs typeface="Times New Roman"/>
              </a:rPr>
              <a:t>Rider</a:t>
            </a:r>
          </a:p>
          <a:p>
            <a:r>
              <a:rPr lang="en-US">
                <a:cs typeface="Times New Roman"/>
              </a:rPr>
              <a:t>Volunteer</a:t>
            </a:r>
          </a:p>
          <a:p>
            <a:r>
              <a:rPr lang="en-US">
                <a:cs typeface="Times New Roman"/>
              </a:rPr>
              <a:t>Administrator</a:t>
            </a:r>
          </a:p>
          <a:p>
            <a:r>
              <a:rPr lang="en-US">
                <a:cs typeface="Times New Roman"/>
              </a:rPr>
              <a:t>Map</a:t>
            </a:r>
          </a:p>
          <a:p>
            <a:r>
              <a:rPr lang="en-US">
                <a:cs typeface="Times New Roman"/>
              </a:rPr>
              <a:t>Event</a:t>
            </a:r>
          </a:p>
          <a:p>
            <a:r>
              <a:rPr lang="en-US">
                <a:cs typeface="Times New Roman"/>
              </a:rPr>
              <a:t>List</a:t>
            </a:r>
          </a:p>
          <a:p>
            <a:pPr algn="ctr"/>
            <a:endParaRPr lang="en-US" sz="4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862926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FA630FD-128D-7386-4ECC-95E11E3F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/>
              <a:t>Classifications: Classes (Database/Backend)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56060" y="1478570"/>
            <a:ext cx="7429499" cy="536217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User – Stores basic info of every app user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First/Last name, Email</a:t>
            </a:r>
          </a:p>
          <a:p>
            <a:r>
              <a:rPr lang="en-US"/>
              <a:t>Rider – Stores rider data input from registration form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User_ID</a:t>
            </a:r>
            <a:r>
              <a:rPr lang="en-US"/>
              <a:t>, Gender, City, State/Country, Phone, Emergency info</a:t>
            </a:r>
          </a:p>
          <a:p>
            <a:r>
              <a:rPr lang="en-US"/>
              <a:t>Admin – Stores admin username and password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User_ID</a:t>
            </a:r>
            <a:r>
              <a:rPr lang="en-US"/>
              <a:t>, Username, Password</a:t>
            </a:r>
          </a:p>
          <a:p>
            <a:r>
              <a:rPr lang="en-US"/>
              <a:t>Event – Stores event category and bib number associated to particular event and rider.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Rider_ID</a:t>
            </a:r>
            <a:r>
              <a:rPr lang="en-US"/>
              <a:t>, Category, </a:t>
            </a:r>
            <a:r>
              <a:rPr lang="en-US" err="1"/>
              <a:t>Bib_Number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0075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FA630FD-128D-7386-4ECC-95E11E3F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/>
              <a:t>Classifications: Attributes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5B1B9A1-970C-A2F1-F248-1FB80C4835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81238"/>
              </p:ext>
            </p:extLst>
          </p:nvPr>
        </p:nvGraphicFramePr>
        <p:xfrm>
          <a:off x="455032" y="1180919"/>
          <a:ext cx="8216879" cy="5004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341">
                  <a:extLst>
                    <a:ext uri="{9D8B030D-6E8A-4147-A177-3AD203B41FA5}">
                      <a16:colId xmlns:a16="http://schemas.microsoft.com/office/drawing/2014/main" val="2551394125"/>
                    </a:ext>
                  </a:extLst>
                </a:gridCol>
                <a:gridCol w="2949329">
                  <a:extLst>
                    <a:ext uri="{9D8B030D-6E8A-4147-A177-3AD203B41FA5}">
                      <a16:colId xmlns:a16="http://schemas.microsoft.com/office/drawing/2014/main" val="3910247307"/>
                    </a:ext>
                  </a:extLst>
                </a:gridCol>
                <a:gridCol w="4016209">
                  <a:extLst>
                    <a:ext uri="{9D8B030D-6E8A-4147-A177-3AD203B41FA5}">
                      <a16:colId xmlns:a16="http://schemas.microsoft.com/office/drawing/2014/main" val="3377265828"/>
                    </a:ext>
                  </a:extLst>
                </a:gridCol>
              </a:tblGrid>
              <a:tr h="4804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</a:rPr>
                        <a:t>Class</a:t>
                      </a:r>
                      <a:endParaRPr lang="en-US" sz="2000"/>
                    </a:p>
                  </a:txBody>
                  <a:tcPr>
                    <a:solidFill>
                      <a:srgbClr val="A6E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000000"/>
                          </a:solidFill>
                        </a:rPr>
                        <a:t>Attributes</a:t>
                      </a:r>
                    </a:p>
                  </a:txBody>
                  <a:tcPr>
                    <a:solidFill>
                      <a:srgbClr val="A6E9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</a:rPr>
                        <a:t>Values</a:t>
                      </a:r>
                    </a:p>
                  </a:txBody>
                  <a:tcPr>
                    <a:solidFill>
                      <a:srgbClr val="A6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367710"/>
                  </a:ext>
                </a:extLst>
              </a:tr>
              <a:tr h="4804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</a:rPr>
                        <a:t>User</a:t>
                      </a:r>
                    </a:p>
                  </a:txBody>
                  <a:tcPr>
                    <a:solidFill>
                      <a:srgbClr val="A6E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Name, email</a:t>
                      </a:r>
                    </a:p>
                  </a:txBody>
                  <a:tcPr>
                    <a:solidFill>
                      <a:srgbClr val="A6E9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/>
                        <a:t>Ricky Bobby, 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TW Cen MT"/>
                        </a:rPr>
                        <a:t>ricky@races.com</a:t>
                      </a:r>
                    </a:p>
                  </a:txBody>
                  <a:tcPr>
                    <a:solidFill>
                      <a:srgbClr val="A6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007129"/>
                  </a:ext>
                </a:extLst>
              </a:tr>
              <a:tr h="83696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>
                          <a:solidFill>
                            <a:schemeClr val="accent4">
                              <a:lumMod val="76000"/>
                            </a:schemeClr>
                          </a:solidFill>
                        </a:rPr>
                        <a:t>Volunteer </a:t>
                      </a:r>
                      <a:r>
                        <a:rPr lang="en-US" sz="2000"/>
                        <a:t>(User)</a:t>
                      </a:r>
                    </a:p>
                  </a:txBody>
                  <a:tcPr>
                    <a:solidFill>
                      <a:srgbClr val="A6E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Username, password</a:t>
                      </a:r>
                    </a:p>
                  </a:txBody>
                  <a:tcPr>
                    <a:solidFill>
                      <a:srgbClr val="A6E9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/>
                        <a:t>Jane Doe, janedoe@email.com,  voluntold, </a:t>
                      </a:r>
                      <a:r>
                        <a:rPr lang="en-US" sz="2000" err="1"/>
                        <a:t>secretpassword</a:t>
                      </a:r>
                    </a:p>
                  </a:txBody>
                  <a:tcPr>
                    <a:solidFill>
                      <a:srgbClr val="A6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836549"/>
                  </a:ext>
                </a:extLst>
              </a:tr>
              <a:tr h="166845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>
                          <a:solidFill>
                            <a:srgbClr val="00B050"/>
                          </a:solidFill>
                        </a:rPr>
                        <a:t>Rider </a:t>
                      </a:r>
                      <a:r>
                        <a:rPr lang="en-US" sz="2000"/>
                        <a:t>(User)</a:t>
                      </a:r>
                    </a:p>
                  </a:txBody>
                  <a:tcPr>
                    <a:solidFill>
                      <a:srgbClr val="A6E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Phone#, address, age, gender, emergency contact, emergency contact phone#, </a:t>
                      </a:r>
                      <a:r>
                        <a:rPr lang="en-US" sz="2000" b="1">
                          <a:solidFill>
                            <a:srgbClr val="0008FF"/>
                          </a:solidFill>
                        </a:rPr>
                        <a:t>Event</a:t>
                      </a:r>
                      <a:r>
                        <a:rPr lang="en-US" sz="2000"/>
                        <a:t>, </a:t>
                      </a:r>
                      <a:r>
                        <a:rPr lang="en-US" sz="2000" b="1" err="1">
                          <a:solidFill>
                            <a:srgbClr val="C00000"/>
                          </a:solidFill>
                        </a:rPr>
                        <a:t>RegForm</a:t>
                      </a:r>
                    </a:p>
                  </a:txBody>
                  <a:tcPr>
                    <a:solidFill>
                      <a:srgbClr val="A6E9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/>
                        <a:t>(Ricky Bobby, ricky@races.com,) (123)254-1423, 45, M, </a:t>
                      </a:r>
                      <a:r>
                        <a:rPr lang="en-US" sz="2000" err="1"/>
                        <a:t>Mrs.Bobby</a:t>
                      </a:r>
                      <a:r>
                        <a:rPr lang="en-US" sz="2000"/>
                        <a:t>, (123)234-5678, </a:t>
                      </a:r>
                      <a:r>
                        <a:rPr lang="en-US" sz="2000" b="1" err="1">
                          <a:solidFill>
                            <a:srgbClr val="0008FF"/>
                          </a:solidFill>
                        </a:rPr>
                        <a:t>EnduranceRide</a:t>
                      </a:r>
                      <a:r>
                        <a:rPr lang="en-US" sz="2000"/>
                        <a:t>, </a:t>
                      </a:r>
                      <a:r>
                        <a:rPr lang="en-US" sz="2000" b="1">
                          <a:solidFill>
                            <a:srgbClr val="C00000"/>
                          </a:solidFill>
                        </a:rPr>
                        <a:t>RegEndurance1</a:t>
                      </a:r>
                      <a:r>
                        <a:rPr lang="en-US" sz="2000"/>
                        <a:t>,</a:t>
                      </a:r>
                    </a:p>
                  </a:txBody>
                  <a:tcPr>
                    <a:solidFill>
                      <a:srgbClr val="A6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489290"/>
                  </a:ext>
                </a:extLst>
              </a:tr>
              <a:tr h="83696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>
                          <a:solidFill>
                            <a:srgbClr val="0008FF"/>
                          </a:solidFill>
                        </a:rPr>
                        <a:t>Event</a:t>
                      </a:r>
                    </a:p>
                  </a:txBody>
                  <a:tcPr>
                    <a:solidFill>
                      <a:srgbClr val="A6E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Name, date, </a:t>
                      </a:r>
                      <a:r>
                        <a:rPr lang="en-US" sz="2000" b="1">
                          <a:solidFill>
                            <a:srgbClr val="00B050"/>
                          </a:solidFill>
                        </a:rPr>
                        <a:t>Rider</a:t>
                      </a:r>
                      <a:r>
                        <a:rPr lang="en-US" sz="2000"/>
                        <a:t>, </a:t>
                      </a:r>
                      <a:r>
                        <a:rPr lang="en-US" sz="2000" b="1" err="1">
                          <a:solidFill>
                            <a:srgbClr val="C00000"/>
                          </a:solidFill>
                        </a:rPr>
                        <a:t>RegForm</a:t>
                      </a:r>
                    </a:p>
                  </a:txBody>
                  <a:tcPr>
                    <a:solidFill>
                      <a:srgbClr val="A6E9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err="1">
                          <a:solidFill>
                            <a:srgbClr val="0008FF"/>
                          </a:solidFill>
                        </a:rPr>
                        <a:t>EnduranceRide</a:t>
                      </a:r>
                      <a:r>
                        <a:rPr lang="en-US" sz="2000"/>
                        <a:t>, Saturday, </a:t>
                      </a:r>
                      <a:r>
                        <a:rPr lang="en-US" sz="2000" b="1" err="1">
                          <a:solidFill>
                            <a:srgbClr val="00B050"/>
                          </a:solidFill>
                        </a:rPr>
                        <a:t>RickyBobby</a:t>
                      </a:r>
                      <a:r>
                        <a:rPr lang="en-US" sz="2000"/>
                        <a:t>, </a:t>
                      </a:r>
                      <a:r>
                        <a:rPr lang="en-US" sz="2000" b="1">
                          <a:solidFill>
                            <a:srgbClr val="C00000"/>
                          </a:solidFill>
                        </a:rPr>
                        <a:t>RegEndurance1</a:t>
                      </a:r>
                    </a:p>
                  </a:txBody>
                  <a:tcPr>
                    <a:solidFill>
                      <a:srgbClr val="A6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941869"/>
                  </a:ext>
                </a:extLst>
              </a:tr>
              <a:tr h="4804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err="1">
                          <a:solidFill>
                            <a:srgbClr val="C00000"/>
                          </a:solidFill>
                        </a:rPr>
                        <a:t>RegForm</a:t>
                      </a:r>
                      <a:endParaRPr lang="en-US" sz="2000" b="1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A6E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00B050"/>
                          </a:solidFill>
                        </a:rPr>
                        <a:t>Rider</a:t>
                      </a:r>
                      <a:r>
                        <a:rPr lang="en-US" sz="2000"/>
                        <a:t>, bib#, eventname,</a:t>
                      </a:r>
                      <a:r>
                        <a:rPr lang="en-US" sz="2000" b="1">
                          <a:solidFill>
                            <a:srgbClr val="0008FF"/>
                          </a:solidFill>
                        </a:rPr>
                        <a:t> </a:t>
                      </a:r>
                      <a:r>
                        <a:rPr lang="en-US" sz="2000"/>
                        <a:t>waiver</a:t>
                      </a:r>
                    </a:p>
                  </a:txBody>
                  <a:tcPr>
                    <a:solidFill>
                      <a:srgbClr val="A6E9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err="1">
                          <a:solidFill>
                            <a:srgbClr val="00B050"/>
                          </a:solidFill>
                        </a:rPr>
                        <a:t>RickyBobby</a:t>
                      </a:r>
                      <a:r>
                        <a:rPr lang="en-US" sz="2000"/>
                        <a:t>, 7800, </a:t>
                      </a:r>
                      <a:r>
                        <a:rPr lang="en-US" sz="2000" b="0">
                          <a:solidFill>
                            <a:srgbClr val="030000"/>
                          </a:solidFill>
                        </a:rPr>
                        <a:t>endurance</a:t>
                      </a:r>
                      <a:r>
                        <a:rPr lang="en-US" sz="2000"/>
                        <a:t>, true</a:t>
                      </a:r>
                    </a:p>
                  </a:txBody>
                  <a:tcPr>
                    <a:solidFill>
                      <a:srgbClr val="A6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23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3323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FA630FD-128D-7386-4ECC-95E11E3F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/>
              <a:t>Classifications: Inheritance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User is parent class for both Volunteer and Rider child classes</a:t>
            </a:r>
          </a:p>
          <a:p>
            <a:pPr lvl="1"/>
            <a:r>
              <a:rPr lang="en-US"/>
              <a:t>Users will have basic functionality of all information aspects of the application</a:t>
            </a:r>
          </a:p>
          <a:p>
            <a:pPr lvl="1"/>
            <a:r>
              <a:rPr lang="en-US"/>
              <a:t>Users will be able to register for events at which time, the attributes held in the user object will be passed to the constructor for a Rider object</a:t>
            </a:r>
          </a:p>
          <a:p>
            <a:pPr lvl="1"/>
            <a:r>
              <a:rPr lang="en-US"/>
              <a:t>When a user object uses the login function, a Volunteer object will be instantiated.</a:t>
            </a:r>
          </a:p>
        </p:txBody>
      </p:sp>
    </p:spTree>
    <p:extLst>
      <p:ext uri="{BB962C8B-B14F-4D97-AF65-F5344CB8AC3E}">
        <p14:creationId xmlns:p14="http://schemas.microsoft.com/office/powerpoint/2010/main" val="29553576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FA630FD-128D-7386-4ECC-95E11E3F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/>
              <a:t>Classifications: Aggregation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56060" y="1478570"/>
            <a:ext cx="8285394" cy="431263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/>
              <a:t>Shared aggregation</a:t>
            </a:r>
          </a:p>
          <a:p>
            <a:pPr lvl="1"/>
            <a:r>
              <a:rPr lang="en-US" sz="2400"/>
              <a:t>Event has a </a:t>
            </a:r>
            <a:r>
              <a:rPr lang="en-US" sz="2400" err="1"/>
              <a:t>RegForm</a:t>
            </a:r>
            <a:r>
              <a:rPr lang="en-US" sz="2400"/>
              <a:t> (1 Event has many </a:t>
            </a:r>
            <a:r>
              <a:rPr lang="en-US" sz="2400" err="1"/>
              <a:t>RegForms</a:t>
            </a:r>
            <a:r>
              <a:rPr lang="en-US" sz="2400"/>
              <a:t>) </a:t>
            </a:r>
          </a:p>
          <a:p>
            <a:pPr lvl="1"/>
            <a:r>
              <a:rPr lang="en-US" sz="2400"/>
              <a:t>Event has a Rider (1 Event has many Riders)</a:t>
            </a:r>
          </a:p>
          <a:p>
            <a:r>
              <a:rPr lang="en-US" sz="2800"/>
              <a:t>Composite aggregation</a:t>
            </a:r>
          </a:p>
          <a:p>
            <a:pPr lvl="1"/>
            <a:r>
              <a:rPr lang="en-US" sz="2400"/>
              <a:t>_</a:t>
            </a:r>
            <a:r>
              <a:rPr lang="en-US" sz="2400" err="1"/>
              <a:t>RegEnduranceWidgetState</a:t>
            </a:r>
            <a:r>
              <a:rPr lang="en-US" sz="2400"/>
              <a:t> has a _model</a:t>
            </a:r>
          </a:p>
          <a:p>
            <a:pPr lvl="1"/>
            <a:r>
              <a:rPr lang="en-US" sz="2400"/>
              <a:t>_model is disposed when _</a:t>
            </a:r>
            <a:r>
              <a:rPr lang="en-US" sz="2400" err="1"/>
              <a:t>RegEnduranceWidgetState</a:t>
            </a:r>
            <a:r>
              <a:rPr lang="en-US" sz="2400"/>
              <a:t> ends (changes)</a:t>
            </a:r>
          </a:p>
          <a:p>
            <a:pPr lvl="1"/>
            <a:endParaRPr lang="en-US" sz="2800"/>
          </a:p>
          <a:p>
            <a:pPr lvl="1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42516819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FA630FD-128D-7386-4ECC-95E11E3F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/>
              <a:t>Classifications: Multiplicity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/>
              <a:t>1 Rider may register for &gt;= 1 event</a:t>
            </a:r>
          </a:p>
          <a:p>
            <a:r>
              <a:rPr lang="en-US" sz="2800" dirty="0"/>
              <a:t>1 Rider is associated with &gt;= 1 </a:t>
            </a:r>
            <a:r>
              <a:rPr lang="en-US" sz="2800" dirty="0" err="1"/>
              <a:t>RegForm</a:t>
            </a:r>
            <a:endParaRPr lang="en-US" sz="2800" dirty="0"/>
          </a:p>
          <a:p>
            <a:r>
              <a:rPr lang="en-US" sz="2800" dirty="0"/>
              <a:t>1 Event may have &gt;=0 Rider</a:t>
            </a:r>
          </a:p>
          <a:p>
            <a:r>
              <a:rPr lang="en-US" sz="2800" dirty="0"/>
              <a:t>1 Event may have &gt;= 0 </a:t>
            </a:r>
            <a:r>
              <a:rPr lang="en-US" sz="2800" dirty="0" err="1"/>
              <a:t>RegForm</a:t>
            </a:r>
            <a:endParaRPr lang="en-US" sz="2800" dirty="0"/>
          </a:p>
          <a:p>
            <a:r>
              <a:rPr lang="en-US" sz="2800" dirty="0"/>
              <a:t>1 Event is associated with 1 </a:t>
            </a:r>
            <a:r>
              <a:rPr lang="en-US" sz="2800" dirty="0" err="1"/>
              <a:t>RouteMap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715479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FA630FD-128D-7386-4ECC-95E11E3F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810" y="4684"/>
            <a:ext cx="7440082" cy="2473402"/>
          </a:xfrm>
        </p:spPr>
        <p:txBody>
          <a:bodyPr>
            <a:normAutofit/>
          </a:bodyPr>
          <a:lstStyle/>
          <a:p>
            <a:r>
              <a:rPr lang="en-US" sz="4000"/>
              <a:t>UML diagrams - </a:t>
            </a:r>
            <a:br>
              <a:rPr lang="en-US" sz="4000"/>
            </a:br>
            <a:r>
              <a:rPr lang="en-US" sz="4000"/>
              <a:t>Association &amp; </a:t>
            </a:r>
            <a:br>
              <a:rPr lang="en-US" sz="4000"/>
            </a:br>
            <a:r>
              <a:rPr lang="en-US" sz="4000"/>
              <a:t>multiplicity</a:t>
            </a:r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DFB3767-CF9A-57D2-B693-46DB0226582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46939" y="238655"/>
            <a:ext cx="2308552" cy="6378045"/>
          </a:xfr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60D63F9-6A2F-D1F7-2174-8EA1D6F618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1067" y="2482318"/>
            <a:ext cx="5519074" cy="348879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Rider is associated with an Event</a:t>
            </a:r>
          </a:p>
          <a:p>
            <a:r>
              <a:rPr lang="en-US"/>
              <a:t>1 rider may register for &gt;=1 events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3316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8EA80-37DD-80A5-6C3A-C3EB4FB7D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257571"/>
            <a:ext cx="7429499" cy="1093560"/>
          </a:xfrm>
        </p:spPr>
        <p:txBody>
          <a:bodyPr/>
          <a:lstStyle/>
          <a:p>
            <a:pPr algn="ctr"/>
            <a:r>
              <a:rPr lang="en-US" sz="4000">
                <a:latin typeface="TW Cen MT"/>
              </a:rPr>
              <a:t>UML diagrams - aggregation</a:t>
            </a:r>
            <a:endParaRPr lang="en-US" sz="4000">
              <a:solidFill>
                <a:srgbClr val="000000"/>
              </a:solidFill>
              <a:latin typeface="TW Cen MT"/>
            </a:endParaRPr>
          </a:p>
          <a:p>
            <a:endParaRPr lang="en-US"/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BBC55A9E-2188-6178-AAE0-FE0E5C625B44}"/>
              </a:ext>
            </a:extLst>
          </p:cNvPr>
          <p:cNvSpPr txBox="1">
            <a:spLocks/>
          </p:cNvSpPr>
          <p:nvPr/>
        </p:nvSpPr>
        <p:spPr>
          <a:xfrm>
            <a:off x="484856" y="1351131"/>
            <a:ext cx="2920258" cy="37039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 classes  for the backend code demonstrate aggregation.  </a:t>
            </a:r>
          </a:p>
          <a:p>
            <a:r>
              <a:rPr lang="en-US"/>
              <a:t>Event objects will contain </a:t>
            </a:r>
            <a:r>
              <a:rPr lang="en-US" err="1"/>
              <a:t>RegForm</a:t>
            </a:r>
            <a:r>
              <a:rPr lang="en-US"/>
              <a:t> objects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FD43CAC-537F-A076-8CAE-087706B8E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454" y="1031206"/>
            <a:ext cx="5429250" cy="564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7514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FA630FD-128D-7386-4ECC-95E11E3F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0"/>
            <a:ext cx="7429499" cy="1478570"/>
          </a:xfrm>
        </p:spPr>
        <p:txBody>
          <a:bodyPr>
            <a:normAutofit/>
          </a:bodyPr>
          <a:lstStyle/>
          <a:p>
            <a:pPr algn="ctr"/>
            <a:r>
              <a:rPr lang="en-US" sz="4000"/>
              <a:t>UML diagrams - aggregation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47450" y="1072440"/>
            <a:ext cx="8238215" cy="2510582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/>
              <a:t>The classes for the frontend dart code demonstrate aggregation.  </a:t>
            </a:r>
          </a:p>
          <a:p>
            <a:r>
              <a:rPr lang="en-US"/>
              <a:t>_</a:t>
            </a:r>
            <a:r>
              <a:rPr lang="en-US" err="1"/>
              <a:t>RegEnduranceWidgetState</a:t>
            </a:r>
            <a:r>
              <a:rPr lang="en-US"/>
              <a:t> (the state of a page in the app) contains an object _model which is an instance of the </a:t>
            </a:r>
            <a:r>
              <a:rPr lang="en-US" err="1"/>
              <a:t>RegEnduranceModel</a:t>
            </a:r>
            <a:r>
              <a:rPr lang="en-US"/>
              <a:t> class</a:t>
            </a:r>
          </a:p>
          <a:p>
            <a:r>
              <a:rPr lang="en-US"/>
              <a:t>The _model has attributes and methods to handle the text fields of the _</a:t>
            </a:r>
            <a:r>
              <a:rPr lang="en-US" err="1"/>
              <a:t>RegEnduranceWidgetState</a:t>
            </a:r>
            <a:r>
              <a:rPr lang="en-US"/>
              <a:t> object, which is the layout of the </a:t>
            </a:r>
            <a:r>
              <a:rPr lang="en-US" err="1"/>
              <a:t>RegEndurance</a:t>
            </a:r>
            <a:r>
              <a:rPr lang="en-US"/>
              <a:t> Page of the app.</a:t>
            </a:r>
          </a:p>
          <a:p>
            <a:endParaRPr lang="en-US"/>
          </a:p>
        </p:txBody>
      </p:sp>
      <p:pic>
        <p:nvPicPr>
          <p:cNvPr id="3" name="Picture 2" descr="A diagram of a program&#10;&#10;AI-generated content may be incorrect.">
            <a:extLst>
              <a:ext uri="{FF2B5EF4-FFF2-40B4-BE49-F238E27FC236}">
                <a16:creationId xmlns:a16="http://schemas.microsoft.com/office/drawing/2014/main" id="{2D84CA80-6B82-6BCF-988C-193277150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524" y="3919037"/>
            <a:ext cx="6438900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7081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FA630FD-128D-7386-4ECC-95E11E3F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5060" y="0"/>
            <a:ext cx="4741332" cy="1478570"/>
          </a:xfrm>
        </p:spPr>
        <p:txBody>
          <a:bodyPr>
            <a:normAutofit/>
          </a:bodyPr>
          <a:lstStyle/>
          <a:p>
            <a:pPr algn="r"/>
            <a:r>
              <a:rPr lang="en-US" sz="4000"/>
              <a:t>UML diagrams - inheritance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957234" y="1582735"/>
            <a:ext cx="4058574" cy="481171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User is a parent class generated when an app user activates their app. </a:t>
            </a:r>
          </a:p>
          <a:p>
            <a:r>
              <a:rPr lang="en-US"/>
              <a:t>Rider and Volunteer are child classes derived from User. </a:t>
            </a:r>
          </a:p>
          <a:p>
            <a:r>
              <a:rPr lang="en-US"/>
              <a:t>Volunteer extends User to allow access to database</a:t>
            </a:r>
          </a:p>
          <a:p>
            <a:r>
              <a:rPr lang="en-US"/>
              <a:t>Rider extends User by using the register class to register for an Event</a:t>
            </a:r>
          </a:p>
        </p:txBody>
      </p:sp>
      <p:pic>
        <p:nvPicPr>
          <p:cNvPr id="7" name="Content Placeholder 6" descr="A diagram of a program&#10;&#10;AI-generated content may be incorrect.">
            <a:extLst>
              <a:ext uri="{FF2B5EF4-FFF2-40B4-BE49-F238E27FC236}">
                <a16:creationId xmlns:a16="http://schemas.microsoft.com/office/drawing/2014/main" id="{8C40ABDF-6748-F064-5AFC-BC5904C9589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9886" y="62878"/>
            <a:ext cx="4256005" cy="6733278"/>
          </a:xfrm>
        </p:spPr>
      </p:pic>
    </p:spTree>
    <p:extLst>
      <p:ext uri="{BB962C8B-B14F-4D97-AF65-F5344CB8AC3E}">
        <p14:creationId xmlns:p14="http://schemas.microsoft.com/office/powerpoint/2010/main" val="13925497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FA630FD-128D-7386-4ECC-95E11E3F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/>
              <a:t>UML diagrams - multiplicity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185C4B-1A57-1FFB-4680-01DA6B559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1624" y="4405090"/>
            <a:ext cx="6004891" cy="10658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1 rider will have &gt;= 1 registration form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17D0E9-8E73-1E15-C176-BDAB1033F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887" y="1059415"/>
            <a:ext cx="561022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5950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D0EBC-4F13-C746-BEC0-A711214C0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59" y="0"/>
            <a:ext cx="7429499" cy="760744"/>
          </a:xfrm>
        </p:spPr>
        <p:txBody>
          <a:bodyPr/>
          <a:lstStyle/>
          <a:p>
            <a:r>
              <a:rPr lang="en-US"/>
              <a:t>Front End app page associations</a:t>
            </a:r>
          </a:p>
        </p:txBody>
      </p:sp>
      <p:pic>
        <p:nvPicPr>
          <p:cNvPr id="4" name="Content Placeholder 3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E4AD32B8-79DF-5756-3324-AB3555C24E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570" y="759122"/>
            <a:ext cx="8806601" cy="5925296"/>
          </a:xfrm>
        </p:spPr>
      </p:pic>
    </p:spTree>
    <p:extLst>
      <p:ext uri="{BB962C8B-B14F-4D97-AF65-F5344CB8AC3E}">
        <p14:creationId xmlns:p14="http://schemas.microsoft.com/office/powerpoint/2010/main" val="35239537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34012-7FD7-DF86-2B5A-90354F6B6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9027" y="2411224"/>
            <a:ext cx="2207795" cy="1478570"/>
          </a:xfrm>
        </p:spPr>
        <p:txBody>
          <a:bodyPr/>
          <a:lstStyle/>
          <a:p>
            <a:pPr algn="r"/>
            <a:r>
              <a:rPr lang="en-US"/>
              <a:t>Backend UML </a:t>
            </a:r>
          </a:p>
        </p:txBody>
      </p:sp>
      <p:pic>
        <p:nvPicPr>
          <p:cNvPr id="4" name="Picture 3" descr="A diagram of a program&#10;&#10;AI-generated content may be incorrect.">
            <a:extLst>
              <a:ext uri="{FF2B5EF4-FFF2-40B4-BE49-F238E27FC236}">
                <a16:creationId xmlns:a16="http://schemas.microsoft.com/office/drawing/2014/main" id="{FE130FFD-A453-00B1-A105-147F5F5F7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08" y="90738"/>
            <a:ext cx="5833310" cy="664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2533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50C065C3-0FE3-4452-B765-CB05BBB2A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p14="http://schemas.microsoft.com/office/powerpoint/2010/main"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795E515-5F57-431F-9A0D-3A0419DF7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1" y="0"/>
            <a:ext cx="1728807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D45BCBFE-0478-4767-BF2E-FC2C548BA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E903928F-F6DA-470C-81A0-CF7D9DE03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DA095F6-E326-4450-A2D6-DB2BF989B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>
              <a:extLst>
                <a:ext uri="{FF2B5EF4-FFF2-40B4-BE49-F238E27FC236}">
                  <a16:creationId xmlns:a16="http://schemas.microsoft.com/office/drawing/2014/main" id="{6B067F9A-FDF2-49EC-B4FF-CD4B90F78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F1331213-D19D-49FC-8616-168A14565A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2ADFE242-96FC-4A14-8C59-90CD6DE1D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6A97B7BC-40BD-494B-9C6B-AF3045559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3D7F35CF-F44C-491F-904D-A31ED8321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84D9BF7E-18C2-452C-B139-4ED58D7A03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700A6223-AD38-426F-A6FE-7926CAEF3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D172AA94-449F-45EB-94E6-67C186C32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A7D4F697-8937-4F4C-83C5-770B3FCB82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10AF1D59-5117-4D47-8414-4BB61F944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2387DC33-88B3-4718-8C94-41659EA33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D4E7EC64-4763-4F04-B2E4-E400364D72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581717DF-9FD4-47CB-9579-E34DF7E875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BCD8EF50-6E58-4B2D-90B6-AFF236A73B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6524A268-142A-4CBF-BB8B-DC1FCBC8F7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56A0E6F3-B76B-4813-B44B-56CE11A8A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A74CED8D-B902-4B76-9CC8-30A09B2FA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ED007BD7-ED56-4566-B1FF-707160024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90AD48D2-5BC8-4C80-B126-B1A20124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BE14C82F-9F35-4D61-B758-7BCE32DEC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6540CE06-9028-497A-AC64-CF0ED60A74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A4825B3B-52CD-4F08-BA02-6C2B0EFEDE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6877A5EF-B8B8-44D3-AA57-4BBF89206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00BB365C-9180-4208-92CF-AB6A88848C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8D1134D2-53A6-41D5-AC1A-5254A2FBD0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>
              <a:extLst>
                <a:ext uri="{FF2B5EF4-FFF2-40B4-BE49-F238E27FC236}">
                  <a16:creationId xmlns:a16="http://schemas.microsoft.com/office/drawing/2014/main" id="{24C7FA73-07CD-479A-9B9E-DAD4D3B2B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>
              <a:extLst>
                <a:ext uri="{FF2B5EF4-FFF2-40B4-BE49-F238E27FC236}">
                  <a16:creationId xmlns:a16="http://schemas.microsoft.com/office/drawing/2014/main" id="{AB24DF92-B081-4701-B58D-913261A00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>
              <a:extLst>
                <a:ext uri="{FF2B5EF4-FFF2-40B4-BE49-F238E27FC236}">
                  <a16:creationId xmlns:a16="http://schemas.microsoft.com/office/drawing/2014/main" id="{AB4DF275-6B82-4AA9-A7A9-138E631E30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>
              <a:extLst>
                <a:ext uri="{FF2B5EF4-FFF2-40B4-BE49-F238E27FC236}">
                  <a16:creationId xmlns:a16="http://schemas.microsoft.com/office/drawing/2014/main" id="{972A3812-16AD-453E-B1E6-9F39894F7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>
              <a:extLst>
                <a:ext uri="{FF2B5EF4-FFF2-40B4-BE49-F238E27FC236}">
                  <a16:creationId xmlns:a16="http://schemas.microsoft.com/office/drawing/2014/main" id="{8FB6759A-BAD8-4073-86A2-6DDD73DE2A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>
              <a:extLst>
                <a:ext uri="{FF2B5EF4-FFF2-40B4-BE49-F238E27FC236}">
                  <a16:creationId xmlns:a16="http://schemas.microsoft.com/office/drawing/2014/main" id="{9FCCB0F4-1178-47C1-9EE2-234EA715C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>
              <a:extLst>
                <a:ext uri="{FF2B5EF4-FFF2-40B4-BE49-F238E27FC236}">
                  <a16:creationId xmlns:a16="http://schemas.microsoft.com/office/drawing/2014/main" id="{CB01BF0B-7EB0-4C18-80BE-20D2EAC048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>
              <a:extLst>
                <a:ext uri="{FF2B5EF4-FFF2-40B4-BE49-F238E27FC236}">
                  <a16:creationId xmlns:a16="http://schemas.microsoft.com/office/drawing/2014/main" id="{3266E9DA-C937-48E0-8F98-90A467760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>
              <a:extLst>
                <a:ext uri="{FF2B5EF4-FFF2-40B4-BE49-F238E27FC236}">
                  <a16:creationId xmlns:a16="http://schemas.microsoft.com/office/drawing/2014/main" id="{A8A9C00D-0425-4E68-A1DE-BCE5BD6BB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>
              <a:extLst>
                <a:ext uri="{FF2B5EF4-FFF2-40B4-BE49-F238E27FC236}">
                  <a16:creationId xmlns:a16="http://schemas.microsoft.com/office/drawing/2014/main" id="{46230904-E744-4B55-84FF-826A6B737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>
              <a:extLst>
                <a:ext uri="{FF2B5EF4-FFF2-40B4-BE49-F238E27FC236}">
                  <a16:creationId xmlns:a16="http://schemas.microsoft.com/office/drawing/2014/main" id="{D4291668-8AF0-4784-BC06-870768F53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>
              <a:extLst>
                <a:ext uri="{FF2B5EF4-FFF2-40B4-BE49-F238E27FC236}">
                  <a16:creationId xmlns:a16="http://schemas.microsoft.com/office/drawing/2014/main" id="{D917DCBD-774B-4AAF-92AE-D18289FFC4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>
              <a:extLst>
                <a:ext uri="{FF2B5EF4-FFF2-40B4-BE49-F238E27FC236}">
                  <a16:creationId xmlns:a16="http://schemas.microsoft.com/office/drawing/2014/main" id="{9E50122E-0F19-4D65-9CB2-E22C3EA84A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BC28A765-6E8B-4352-BD0C-35474F70AC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>
              <a:extLst>
                <a:ext uri="{FF2B5EF4-FFF2-40B4-BE49-F238E27FC236}">
                  <a16:creationId xmlns:a16="http://schemas.microsoft.com/office/drawing/2014/main" id="{0AC30A17-F494-44EB-9817-1B8B255CE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>
              <a:extLst>
                <a:ext uri="{FF2B5EF4-FFF2-40B4-BE49-F238E27FC236}">
                  <a16:creationId xmlns:a16="http://schemas.microsoft.com/office/drawing/2014/main" id="{6088D59F-32BD-4932-9C22-9AA0FCDA74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>
              <a:extLst>
                <a:ext uri="{FF2B5EF4-FFF2-40B4-BE49-F238E27FC236}">
                  <a16:creationId xmlns:a16="http://schemas.microsoft.com/office/drawing/2014/main" id="{B18BBE45-5F21-47FA-B291-AC802D715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>
              <a:extLst>
                <a:ext uri="{FF2B5EF4-FFF2-40B4-BE49-F238E27FC236}">
                  <a16:creationId xmlns:a16="http://schemas.microsoft.com/office/drawing/2014/main" id="{A1BD992D-1C4B-4E69-A627-A45D8958E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>
              <a:extLst>
                <a:ext uri="{FF2B5EF4-FFF2-40B4-BE49-F238E27FC236}">
                  <a16:creationId xmlns:a16="http://schemas.microsoft.com/office/drawing/2014/main" id="{571C0498-7105-455E-8B0A-233F850F18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>
              <a:extLst>
                <a:ext uri="{FF2B5EF4-FFF2-40B4-BE49-F238E27FC236}">
                  <a16:creationId xmlns:a16="http://schemas.microsoft.com/office/drawing/2014/main" id="{F6FA78CC-C0B1-422F-B535-05580A971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>
              <a:extLst>
                <a:ext uri="{FF2B5EF4-FFF2-40B4-BE49-F238E27FC236}">
                  <a16:creationId xmlns:a16="http://schemas.microsoft.com/office/drawing/2014/main" id="{49A1BACF-EE5E-46F8-8968-D4CF18BC01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>
              <a:extLst>
                <a:ext uri="{FF2B5EF4-FFF2-40B4-BE49-F238E27FC236}">
                  <a16:creationId xmlns:a16="http://schemas.microsoft.com/office/drawing/2014/main" id="{0AF8DFAF-8AF7-453E-AED7-89E59FBD7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>
              <a:extLst>
                <a:ext uri="{FF2B5EF4-FFF2-40B4-BE49-F238E27FC236}">
                  <a16:creationId xmlns:a16="http://schemas.microsoft.com/office/drawing/2014/main" id="{F8C26D97-8DA4-4556-92E4-2AE66B36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>
              <a:extLst>
                <a:ext uri="{FF2B5EF4-FFF2-40B4-BE49-F238E27FC236}">
                  <a16:creationId xmlns:a16="http://schemas.microsoft.com/office/drawing/2014/main" id="{EEF9D855-A8A7-44CC-919C-BEA327F254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>
              <a:extLst>
                <a:ext uri="{FF2B5EF4-FFF2-40B4-BE49-F238E27FC236}">
                  <a16:creationId xmlns:a16="http://schemas.microsoft.com/office/drawing/2014/main" id="{11F0B045-803C-4067-A182-066EEB2C4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>
              <a:extLst>
                <a:ext uri="{FF2B5EF4-FFF2-40B4-BE49-F238E27FC236}">
                  <a16:creationId xmlns:a16="http://schemas.microsoft.com/office/drawing/2014/main" id="{3C1FCACB-EFEF-4B54-99A6-E327A637C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3FA630FD-128D-7386-4ECC-95E11E3F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039" y="4581712"/>
            <a:ext cx="8161386" cy="145673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>
                <a:latin typeface="TW Cen MT"/>
              </a:rPr>
              <a:t>Database domain model</a:t>
            </a:r>
            <a:endParaRPr lang="en-US"/>
          </a:p>
          <a:p>
            <a:pPr algn="ctr"/>
            <a:endParaRPr lang="en-US" sz="4800"/>
          </a:p>
        </p:txBody>
      </p:sp>
      <p:sp>
        <p:nvSpPr>
          <p:cNvPr id="67" name="Round Diagonal Corner Rectangle 6">
            <a:extLst>
              <a:ext uri="{FF2B5EF4-FFF2-40B4-BE49-F238E27FC236}">
                <a16:creationId xmlns:a16="http://schemas.microsoft.com/office/drawing/2014/main" id="{C1C3FA74-6158-4157-A8F0-8CAE5091F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0230" y="639965"/>
            <a:ext cx="8159993" cy="3598548"/>
          </a:xfrm>
          <a:prstGeom prst="round2DiagRect">
            <a:avLst>
              <a:gd name="adj1" fmla="val 9529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1343E6-534F-D84B-EE42-17A48C91A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292" y="643876"/>
            <a:ext cx="8159520" cy="358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9205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Version control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Link to git repositories</a:t>
            </a:r>
          </a:p>
          <a:p>
            <a:r>
              <a:rPr lang="en-US">
                <a:hlinkClick r:id="rId2"/>
              </a:rPr>
              <a:t>5153 SWE Project repository</a:t>
            </a:r>
            <a:r>
              <a:rPr lang="en-US"/>
              <a:t>  - initial repository for project</a:t>
            </a:r>
          </a:p>
          <a:p>
            <a:pPr marL="0" indent="0">
              <a:buNone/>
            </a:pPr>
            <a:endParaRPr lang="en-US"/>
          </a:p>
          <a:p>
            <a:r>
              <a:rPr lang="en-US" err="1">
                <a:hlinkClick r:id="rId3"/>
              </a:rPr>
              <a:t>Flutterflowcode</a:t>
            </a:r>
            <a:r>
              <a:rPr lang="en-US">
                <a:hlinkClick r:id="rId3"/>
              </a:rPr>
              <a:t> repository</a:t>
            </a:r>
            <a:r>
              <a:rPr lang="en-US"/>
              <a:t>  - sandbox repository created for FlutterFlow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1692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Email/slack log</a:t>
            </a:r>
          </a:p>
          <a:p>
            <a:endParaRPr lang="en-US"/>
          </a:p>
          <a:p>
            <a:r>
              <a:rPr lang="en-US">
                <a:hlinkClick r:id="rId2"/>
              </a:rPr>
              <a:t>Link to slack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294666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575" y="391434"/>
            <a:ext cx="7438984" cy="946967"/>
          </a:xfrm>
        </p:spPr>
        <p:txBody>
          <a:bodyPr/>
          <a:lstStyle/>
          <a:p>
            <a:r>
              <a:rPr lang="en-US" dirty="0"/>
              <a:t>Accomplishments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846572" y="1166272"/>
            <a:ext cx="2397674" cy="68580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algn="ctr"/>
            <a:endParaRPr lang="en-US" dirty="0"/>
          </a:p>
          <a:p>
            <a:pPr algn="ctr"/>
            <a:r>
              <a:rPr lang="en-US" dirty="0"/>
              <a:t>Jon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DA19D34-4737-BEC8-3BFE-986193876E26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524069" y="2060752"/>
            <a:ext cx="2718938" cy="298109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latin typeface="TW Cen MT"/>
              </a:rPr>
              <a:t>Demo frontend app pages 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sz="2000" dirty="0">
                <a:latin typeface="TW Cen MT"/>
              </a:rPr>
              <a:t>SRS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latin typeface="TW Cen MT"/>
              </a:rPr>
              <a:t>Feasibility study</a:t>
            </a:r>
            <a:endParaRPr lang="en-US" sz="2000">
              <a:latin typeface="TW Cen MT"/>
            </a:endParaRPr>
          </a:p>
          <a:p>
            <a:pPr>
              <a:lnSpc>
                <a:spcPct val="90000"/>
              </a:lnSpc>
            </a:pPr>
            <a:r>
              <a:rPr lang="en-US" sz="2000" dirty="0">
                <a:latin typeface="TW Cen MT"/>
              </a:rPr>
              <a:t>UML diagrams of frontend pages</a:t>
            </a:r>
            <a:endParaRPr lang="en-US" sz="2000">
              <a:latin typeface="TW Cen MT"/>
            </a:endParaRPr>
          </a:p>
          <a:p>
            <a:pPr>
              <a:lnSpc>
                <a:spcPct val="90000"/>
              </a:lnSpc>
            </a:pPr>
            <a:r>
              <a:rPr lang="en-US" sz="2000" dirty="0">
                <a:latin typeface="TW Cen MT"/>
              </a:rPr>
              <a:t>IT2 </a:t>
            </a:r>
            <a:r>
              <a:rPr lang="en-US" sz="2000" err="1">
                <a:latin typeface="TW Cen MT"/>
              </a:rPr>
              <a:t>powerpoint</a:t>
            </a:r>
            <a:r>
              <a:rPr lang="en-US" sz="2000" dirty="0">
                <a:latin typeface="TW Cen MT"/>
              </a:rPr>
              <a:t> presentation</a:t>
            </a:r>
          </a:p>
          <a:p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8FD5C3-01C5-B1C6-0E8F-341CB484F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376590" y="1169444"/>
            <a:ext cx="2388289" cy="685800"/>
          </a:xfrm>
        </p:spPr>
        <p:txBody>
          <a:bodyPr/>
          <a:lstStyle/>
          <a:p>
            <a:pPr algn="ctr"/>
            <a:r>
              <a:rPr lang="en-US" dirty="0"/>
              <a:t>Tim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1A0AE29-2B5D-CD4E-AA56-9CBA3DBDF5E4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3490416" y="2063925"/>
            <a:ext cx="2720949" cy="2990579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W Cen MT"/>
              </a:rPr>
              <a:t>SRS </a:t>
            </a:r>
            <a:endParaRPr lang="en-US" sz="2000"/>
          </a:p>
          <a:p>
            <a:r>
              <a:rPr lang="en-US" sz="2000" dirty="0">
                <a:latin typeface="TW Cen MT"/>
              </a:rPr>
              <a:t>Feasibility study</a:t>
            </a:r>
          </a:p>
          <a:p>
            <a:r>
              <a:rPr lang="en-US" sz="2000" dirty="0">
                <a:latin typeface="TW Cen MT"/>
              </a:rPr>
              <a:t>LOTS of proof reading</a:t>
            </a:r>
          </a:p>
          <a:p>
            <a:r>
              <a:rPr lang="en-US" sz="2000" dirty="0">
                <a:latin typeface="TW Cen MT"/>
              </a:rPr>
              <a:t>UML diagrams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W Cen MT"/>
              </a:rPr>
              <a:t>IT2 </a:t>
            </a:r>
            <a:r>
              <a:rPr lang="en-US" sz="2000" err="1">
                <a:latin typeface="TW Cen MT"/>
              </a:rPr>
              <a:t>powerpoint</a:t>
            </a:r>
            <a:r>
              <a:rPr lang="en-US" sz="2000" dirty="0">
                <a:latin typeface="TW Cen MT"/>
              </a:rPr>
              <a:t> presentation</a:t>
            </a:r>
            <a:endParaRPr lang="en-US" sz="2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7F5047-EED4-F54F-9B32-EF85989FEF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9846" y="1166272"/>
            <a:ext cx="2396226" cy="685800"/>
          </a:xfrm>
        </p:spPr>
        <p:txBody>
          <a:bodyPr/>
          <a:lstStyle/>
          <a:p>
            <a:pPr algn="ctr"/>
            <a:r>
              <a:rPr lang="en-US" dirty="0"/>
              <a:t>Cooper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6EA1A4-1CEA-8FD7-9D23-A35C6C920B4B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6126469" y="2060752"/>
            <a:ext cx="2642848" cy="242145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TW Cen MT"/>
              </a:rPr>
              <a:t>Explored React &amp; React Native for app coding</a:t>
            </a:r>
            <a:endParaRPr lang="en-US" sz="2000"/>
          </a:p>
          <a:p>
            <a:pPr>
              <a:lnSpc>
                <a:spcPct val="100000"/>
              </a:lnSpc>
            </a:pPr>
            <a:r>
              <a:rPr lang="en-US" sz="2000">
                <a:latin typeface="TW Cen MT"/>
              </a:rPr>
              <a:t>SRS</a:t>
            </a:r>
          </a:p>
          <a:p>
            <a:pPr>
              <a:lnSpc>
                <a:spcPct val="100000"/>
              </a:lnSpc>
            </a:pPr>
            <a:r>
              <a:rPr lang="en-US" sz="2000">
                <a:latin typeface="TW Cen MT"/>
              </a:rPr>
              <a:t>Feasibility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W Cen MT"/>
              </a:rPr>
              <a:t>Database UML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W Cen MT"/>
              </a:rPr>
              <a:t>IT2 </a:t>
            </a:r>
            <a:r>
              <a:rPr lang="en-US" sz="2000" err="1">
                <a:latin typeface="TW Cen MT"/>
              </a:rPr>
              <a:t>powerpoint</a:t>
            </a:r>
            <a:r>
              <a:rPr lang="en-US" sz="2000" dirty="0">
                <a:latin typeface="TW Cen MT"/>
              </a:rPr>
              <a:t> presentation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9000179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6713"/>
            <a:ext cx="9063425" cy="2896558"/>
          </a:xfrm>
        </p:spPr>
      </p:pic>
    </p:spTree>
    <p:extLst>
      <p:ext uri="{BB962C8B-B14F-4D97-AF65-F5344CB8AC3E}">
        <p14:creationId xmlns:p14="http://schemas.microsoft.com/office/powerpoint/2010/main" val="112934846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AB574E2-9782-662E-B676-1465B0972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412963"/>
            <a:ext cx="7429499" cy="673353"/>
          </a:xfrm>
        </p:spPr>
        <p:txBody>
          <a:bodyPr/>
          <a:lstStyle/>
          <a:p>
            <a:r>
              <a:rPr lang="en-US"/>
              <a:t>App Demo screenshots</a:t>
            </a:r>
          </a:p>
        </p:txBody>
      </p:sp>
      <p:pic>
        <p:nvPicPr>
          <p:cNvPr id="2" name="Picture 1" descr="A screenshot of a phone&#10;&#10;AI-generated content may be incorrect.">
            <a:extLst>
              <a:ext uri="{FF2B5EF4-FFF2-40B4-BE49-F238E27FC236}">
                <a16:creationId xmlns:a16="http://schemas.microsoft.com/office/drawing/2014/main" id="{40A08B31-E668-50F8-D728-C1C8A5CC4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31" y="976774"/>
            <a:ext cx="2645703" cy="5514474"/>
          </a:xfrm>
          <a:prstGeom prst="rect">
            <a:avLst/>
          </a:prstGeom>
        </p:spPr>
      </p:pic>
      <p:pic>
        <p:nvPicPr>
          <p:cNvPr id="3" name="Picture 2" descr="A screen shot of a phone&#10;&#10;AI-generated content may be incorrect.">
            <a:extLst>
              <a:ext uri="{FF2B5EF4-FFF2-40B4-BE49-F238E27FC236}">
                <a16:creationId xmlns:a16="http://schemas.microsoft.com/office/drawing/2014/main" id="{A95D9A7C-30E2-643B-5DA9-0C0D77D41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890" y="986053"/>
            <a:ext cx="2659838" cy="5514472"/>
          </a:xfrm>
          <a:prstGeom prst="rect">
            <a:avLst/>
          </a:prstGeom>
        </p:spPr>
      </p:pic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139D7F17-2067-D9FD-7E8C-4AE395F5F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3726" y="976775"/>
            <a:ext cx="2867338" cy="5514473"/>
          </a:xfrm>
          <a:prstGeom prst="rect">
            <a:avLst/>
          </a:prstGeom>
        </p:spPr>
      </p:pic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E983576D-33BE-E8AF-7614-D25DC81311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3138" y="986053"/>
            <a:ext cx="2656252" cy="5524500"/>
          </a:xfrm>
          <a:prstGeom prst="rect">
            <a:avLst/>
          </a:prstGeom>
        </p:spPr>
      </p:pic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001B35BA-E1C6-067E-BA5F-8BE4335F97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6975" y="986053"/>
            <a:ext cx="2751994" cy="5524502"/>
          </a:xfrm>
          <a:prstGeom prst="rect">
            <a:avLst/>
          </a:prstGeom>
        </p:spPr>
      </p:pic>
      <p:pic>
        <p:nvPicPr>
          <p:cNvPr id="7" name="Picture 6" descr="A screenshot of a tablet&#10;&#10;AI-generated content may be incorrect.">
            <a:extLst>
              <a:ext uri="{FF2B5EF4-FFF2-40B4-BE49-F238E27FC236}">
                <a16:creationId xmlns:a16="http://schemas.microsoft.com/office/drawing/2014/main" id="{92231A54-5D8B-BE36-92CD-2B95D7F2C7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320" y="986054"/>
            <a:ext cx="2649618" cy="5524500"/>
          </a:xfrm>
          <a:prstGeom prst="rect">
            <a:avLst/>
          </a:prstGeom>
        </p:spPr>
      </p:pic>
      <p:pic>
        <p:nvPicPr>
          <p:cNvPr id="8" name="Picture 7" descr="A map with red and blue lines&#10;&#10;AI-generated content may be incorrect.">
            <a:extLst>
              <a:ext uri="{FF2B5EF4-FFF2-40B4-BE49-F238E27FC236}">
                <a16:creationId xmlns:a16="http://schemas.microsoft.com/office/drawing/2014/main" id="{9EB3C0D2-E3B0-B3DB-7A9F-3F55AB4407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8878" y="976774"/>
            <a:ext cx="2661913" cy="553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37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A9C07-D7A7-F8FC-1FF3-60A5A6E23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984100"/>
          </a:xfrm>
        </p:spPr>
        <p:txBody>
          <a:bodyPr/>
          <a:lstStyle/>
          <a:p>
            <a:r>
              <a:rPr lang="en-US"/>
              <a:t>Iteration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81E9A2-6114-2420-726E-111CF11A9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6058" y="1783294"/>
            <a:ext cx="2397674" cy="450220"/>
          </a:xfrm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US" sz="1800"/>
              <a:t>Tim Haxton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1B6C2-0E6B-21CF-1121-2FCCF5212941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856059" y="2233514"/>
            <a:ext cx="2396432" cy="2966395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 sz="1800">
                <a:latin typeface="TW Cen MT"/>
              </a:rPr>
              <a:t>Frontend integration with database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 sz="1800">
                <a:latin typeface="TW Cen MT"/>
              </a:rPr>
              <a:t>Implement Database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 sz="1800" err="1">
                <a:latin typeface="TW Cen MT"/>
              </a:rPr>
              <a:t>FastAPI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 sz="1700">
                <a:latin typeface="TW Cen MT"/>
              </a:rPr>
              <a:t>Surprise last minute things Colmenares assigns</a:t>
            </a:r>
            <a:endParaRPr lang="en-US" sz="1800">
              <a:latin typeface="TW Cen M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B4023C-D16F-49F5-1BF1-ADC4CA627F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386075" y="1777740"/>
            <a:ext cx="2388289" cy="458946"/>
          </a:xfrm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US" sz="1800"/>
              <a:t>Cooper wolf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C91A7C2-DBCA-DA9E-7CA5-3FCA4F7ACABB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3386075" y="2236686"/>
            <a:ext cx="2388958" cy="2966395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285750" indent="-285750">
              <a:buChar char="•"/>
            </a:pPr>
            <a:r>
              <a:rPr lang="en-US" sz="1800">
                <a:latin typeface="TW Cen MT"/>
              </a:rPr>
              <a:t>Frontend integration with database</a:t>
            </a:r>
            <a:endParaRPr lang="en-US" sz="1800"/>
          </a:p>
          <a:p>
            <a:pPr marL="285750" indent="-285750">
              <a:buChar char="•"/>
            </a:pPr>
            <a:r>
              <a:rPr lang="en-US" sz="1800"/>
              <a:t>Implement Database</a:t>
            </a:r>
            <a:endParaRPr lang="en-US"/>
          </a:p>
          <a:p>
            <a:pPr marL="285750" indent="-285750">
              <a:buChar char="•"/>
            </a:pPr>
            <a:r>
              <a:rPr lang="en-US" sz="1800"/>
              <a:t>Work on </a:t>
            </a:r>
            <a:r>
              <a:rPr lang="en-US" sz="1800" err="1"/>
              <a:t>FastAPI</a:t>
            </a:r>
            <a:endParaRPr lang="en-US" sz="1800"/>
          </a:p>
          <a:p>
            <a:pPr marL="285750" indent="-285750">
              <a:buChar char="•"/>
            </a:pPr>
            <a:r>
              <a:rPr lang="en-US" sz="1700">
                <a:latin typeface="TW Cen MT"/>
              </a:rPr>
              <a:t>Surprise last minute things Colmenares assigns</a:t>
            </a:r>
            <a:endParaRPr lang="en-US" sz="1800"/>
          </a:p>
          <a:p>
            <a:pPr marL="285750" indent="-285750">
              <a:buChar char="•"/>
            </a:pPr>
            <a:endParaRPr lang="en-US" sz="180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DCE4764-7AAE-C87C-EC69-DCFE2BB61E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89332" y="1783294"/>
            <a:ext cx="2396226" cy="450220"/>
          </a:xfrm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US" sz="1800"/>
              <a:t>Jon scales (Lead)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42BAB27-AE15-C5AC-9F2A-AEF2D2F16981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5889332" y="2233514"/>
            <a:ext cx="2396226" cy="2966395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285750" indent="-285750">
              <a:buChar char="•"/>
            </a:pPr>
            <a:r>
              <a:rPr lang="en-US" sz="1800"/>
              <a:t>Frontend integration with database</a:t>
            </a:r>
          </a:p>
          <a:p>
            <a:pPr marL="285750" indent="-285750">
              <a:buChar char="•"/>
            </a:pPr>
            <a:r>
              <a:rPr lang="en-US" sz="1800">
                <a:latin typeface="TW Cen MT"/>
              </a:rPr>
              <a:t>Implement Database</a:t>
            </a:r>
            <a:endParaRPr lang="en-US" sz="1800"/>
          </a:p>
          <a:p>
            <a:pPr marL="285750" indent="-285750">
              <a:buChar char="•"/>
            </a:pPr>
            <a:r>
              <a:rPr lang="en-US" sz="1800" err="1"/>
              <a:t>FastAPI</a:t>
            </a:r>
          </a:p>
          <a:p>
            <a:pPr marL="285750" indent="-285750">
              <a:buChar char="•"/>
            </a:pPr>
            <a:r>
              <a:rPr lang="en-US" sz="1800"/>
              <a:t>Surprise last minute things Colmenares assigns</a:t>
            </a:r>
          </a:p>
          <a:p>
            <a:pPr marL="285750" indent="-285750">
              <a:buChar char="•"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6738160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08E6C-AFEA-2C32-2D1D-31F50785B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401" y="510177"/>
            <a:ext cx="7429499" cy="785187"/>
          </a:xfrm>
        </p:spPr>
        <p:txBody>
          <a:bodyPr/>
          <a:lstStyle/>
          <a:p>
            <a:r>
              <a:rPr lang="en-US"/>
              <a:t>The Ride app demo video</a:t>
            </a:r>
          </a:p>
        </p:txBody>
      </p:sp>
      <p:pic>
        <p:nvPicPr>
          <p:cNvPr id="9" name="Online Media 8" title="HHH demo 1">
            <a:hlinkClick r:id="" action="ppaction://media"/>
            <a:extLst>
              <a:ext uri="{FF2B5EF4-FFF2-40B4-BE49-F238E27FC236}">
                <a16:creationId xmlns:a16="http://schemas.microsoft.com/office/drawing/2014/main" id="{6EC7D335-A568-B69C-F77F-E3A87BC9035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968571" y="1849611"/>
            <a:ext cx="7315200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5796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0</TotalTime>
  <Words>2563</Words>
  <Application>Microsoft Office PowerPoint</Application>
  <PresentationFormat>On-screen Show (4:3)</PresentationFormat>
  <Paragraphs>395</Paragraphs>
  <Slides>64</Slides>
  <Notes>0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5" baseType="lpstr">
      <vt:lpstr>Circuit</vt:lpstr>
      <vt:lpstr>HHH – THE RIDE APP</vt:lpstr>
      <vt:lpstr>Current state of business </vt:lpstr>
      <vt:lpstr>Goals of our system </vt:lpstr>
      <vt:lpstr>Wish List 1</vt:lpstr>
      <vt:lpstr>Wish list 2</vt:lpstr>
      <vt:lpstr>Needs: potential participants</vt:lpstr>
      <vt:lpstr>Needs: HHH volunteers / Admin</vt:lpstr>
      <vt:lpstr>Functional Requirements 1: All USERS</vt:lpstr>
      <vt:lpstr>Functional Requirements 2: participants</vt:lpstr>
      <vt:lpstr>functional Requirements 3:     HHH volunteers</vt:lpstr>
      <vt:lpstr>Functional Requirements 4: justifications</vt:lpstr>
      <vt:lpstr>functional Requirements 5: justifications </vt:lpstr>
      <vt:lpstr>functional Requirements 6: justifications</vt:lpstr>
      <vt:lpstr>functional Requirements 7: justifications</vt:lpstr>
      <vt:lpstr>functional Requirements 8: justifications</vt:lpstr>
      <vt:lpstr>Non-functional Requirements 1</vt:lpstr>
      <vt:lpstr>Non-functional Requirements 2</vt:lpstr>
      <vt:lpstr>Non-functional Requirements 3: Justifications</vt:lpstr>
      <vt:lpstr>Non-functional Requirements 4: justifications </vt:lpstr>
      <vt:lpstr>CONSTRAINTS 1: overview</vt:lpstr>
      <vt:lpstr>CONSTRAINTS 2: Software </vt:lpstr>
      <vt:lpstr>CONSTRAINTS 3: Software</vt:lpstr>
      <vt:lpstr>CONSTRAINTS 4: freeware</vt:lpstr>
      <vt:lpstr>CONSTRAINTS 5: project deadline</vt:lpstr>
      <vt:lpstr>CONSTRAINTS 6: project management</vt:lpstr>
      <vt:lpstr>CONSTRAINTS 7: skillset</vt:lpstr>
      <vt:lpstr>CONSTRAINTS 7: justifications</vt:lpstr>
      <vt:lpstr>Constraints 8: justifications</vt:lpstr>
      <vt:lpstr>Derivation of requirements 1: Techniques Utilized</vt:lpstr>
      <vt:lpstr>Derivation of requirements 2: Interviews</vt:lpstr>
      <vt:lpstr>Derivation of requirements 3: brainstorming</vt:lpstr>
      <vt:lpstr>Derivation of requirements 4:  Use case analysis</vt:lpstr>
      <vt:lpstr>What is the HHH Organization</vt:lpstr>
      <vt:lpstr>System Context</vt:lpstr>
      <vt:lpstr>Existing Business processes</vt:lpstr>
      <vt:lpstr>Current system deficiencies</vt:lpstr>
      <vt:lpstr>Product goals</vt:lpstr>
      <vt:lpstr>Users current and future systems</vt:lpstr>
      <vt:lpstr>User needs &amp; priorities</vt:lpstr>
      <vt:lpstr>considerations</vt:lpstr>
      <vt:lpstr>Business domain:   Event Management - SPorts &amp; recreation</vt:lpstr>
      <vt:lpstr>Business domain:   info 1</vt:lpstr>
      <vt:lpstr>Brainstorming 1</vt:lpstr>
      <vt:lpstr>Brainstorming 2</vt:lpstr>
      <vt:lpstr>Classifications: Classes (Database/Backend)</vt:lpstr>
      <vt:lpstr>Classifications: Attributes</vt:lpstr>
      <vt:lpstr>Classifications: Inheritance</vt:lpstr>
      <vt:lpstr>Classifications: Aggregation</vt:lpstr>
      <vt:lpstr>Classifications: Multiplicity</vt:lpstr>
      <vt:lpstr>UML diagrams -  Association &amp;  multiplicity</vt:lpstr>
      <vt:lpstr>UML diagrams - aggregation </vt:lpstr>
      <vt:lpstr>UML diagrams - aggregation</vt:lpstr>
      <vt:lpstr>UML diagrams - inheritance</vt:lpstr>
      <vt:lpstr>UML diagrams - multiplicity</vt:lpstr>
      <vt:lpstr>Front End app page associations</vt:lpstr>
      <vt:lpstr>Backend UML </vt:lpstr>
      <vt:lpstr>Database domain model </vt:lpstr>
      <vt:lpstr>Version control </vt:lpstr>
      <vt:lpstr>team communication</vt:lpstr>
      <vt:lpstr>Accomplishments </vt:lpstr>
      <vt:lpstr>schedule</vt:lpstr>
      <vt:lpstr>App Demo screenshots</vt:lpstr>
      <vt:lpstr>Iteration 3</vt:lpstr>
      <vt:lpstr>The Ride app demo video</vt:lpstr>
    </vt:vector>
  </TitlesOfParts>
  <Company>Midwestern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Scales, Jon</dc:creator>
  <cp:lastModifiedBy>Tim Haxton</cp:lastModifiedBy>
  <cp:revision>68</cp:revision>
  <dcterms:created xsi:type="dcterms:W3CDTF">2025-02-04T16:19:21Z</dcterms:created>
  <dcterms:modified xsi:type="dcterms:W3CDTF">2025-03-27T16:24:36Z</dcterms:modified>
</cp:coreProperties>
</file>