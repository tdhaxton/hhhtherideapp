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96" r:id="rId3"/>
    <p:sldId id="373" r:id="rId4"/>
    <p:sldId id="401" r:id="rId5"/>
    <p:sldId id="374" r:id="rId6"/>
    <p:sldId id="376" r:id="rId7"/>
    <p:sldId id="377" r:id="rId8"/>
    <p:sldId id="378" r:id="rId9"/>
    <p:sldId id="382" r:id="rId10"/>
    <p:sldId id="398" r:id="rId11"/>
    <p:sldId id="399" r:id="rId12"/>
    <p:sldId id="400" r:id="rId13"/>
    <p:sldId id="381" r:id="rId14"/>
    <p:sldId id="379" r:id="rId15"/>
    <p:sldId id="380" r:id="rId16"/>
    <p:sldId id="394" r:id="rId17"/>
    <p:sldId id="397" r:id="rId18"/>
    <p:sldId id="383" r:id="rId19"/>
    <p:sldId id="384" r:id="rId20"/>
    <p:sldId id="386" r:id="rId21"/>
    <p:sldId id="392" r:id="rId22"/>
    <p:sldId id="390" r:id="rId23"/>
    <p:sldId id="385" r:id="rId24"/>
    <p:sldId id="393" r:id="rId25"/>
    <p:sldId id="388" r:id="rId26"/>
    <p:sldId id="391" r:id="rId27"/>
    <p:sldId id="38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8FF"/>
    <a:srgbClr val="8BC2D5"/>
    <a:srgbClr val="030000"/>
    <a:srgbClr val="FFFF00"/>
    <a:srgbClr val="A6E9FF"/>
    <a:srgbClr val="EFEFEF"/>
    <a:srgbClr val="7CBFD4"/>
    <a:srgbClr val="95CBDC"/>
    <a:srgbClr val="FFC4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5D1D5-781C-0ACC-C41B-9B7D4C087EA5}" v="8" dt="2025-05-02T15:41:43.873"/>
    <p1510:client id="{1838436B-DDE6-636B-019C-FAC857DAE348}" v="176" dt="2025-05-01T18:13:19.890"/>
    <p1510:client id="{92121998-58F9-4F5A-76F3-8A1A4683FCBF}" v="299" dt="2025-05-02T19:02:24.983"/>
    <p1510:client id="{A29D721B-02FC-4AB2-9CA2-2C46CB19A802}" v="1" dt="2025-05-01T16:47:05.869"/>
    <p1510:client id="{A3B9A6EB-A3A0-85B1-268C-762E71CD904F}" v="340" dt="2025-05-01T16:19:06.792"/>
    <p1510:client id="{A9318A5F-C8CF-364A-2088-4D0D19CB73A4}" v="3005" dt="2025-05-01T23:06:07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99C4EB2-0CD5-73E8-66E8-6BFCC72A5854}"/>
    <pc:docChg chg="addSld modSld">
      <pc:chgData name="Guest User" userId="" providerId="Windows Live" clId="Web-{B99C4EB2-0CD5-73E8-66E8-6BFCC72A5854}" dt="2025-04-28T21:02:40.007" v="45" actId="14100"/>
      <pc:docMkLst>
        <pc:docMk/>
      </pc:docMkLst>
      <pc:sldChg chg="addSp delSp modSp new">
        <pc:chgData name="Guest User" userId="" providerId="Windows Live" clId="Web-{B99C4EB2-0CD5-73E8-66E8-6BFCC72A5854}" dt="2025-04-28T21:02:40.007" v="45" actId="14100"/>
        <pc:sldMkLst>
          <pc:docMk/>
          <pc:sldMk cId="2298826766" sldId="387"/>
        </pc:sldMkLst>
      </pc:sldChg>
    </pc:docChg>
  </pc:docChgLst>
  <pc:docChgLst>
    <pc:chgData name="Tim Haxton" userId="d4e3a40a62c7347c" providerId="LiveId" clId="{A29D721B-02FC-4AB2-9CA2-2C46CB19A802}"/>
    <pc:docChg chg="custSel addSld modSld sldOrd">
      <pc:chgData name="Tim Haxton" userId="d4e3a40a62c7347c" providerId="LiveId" clId="{A29D721B-02FC-4AB2-9CA2-2C46CB19A802}" dt="2025-05-01T16:47:05.869" v="385" actId="20577"/>
      <pc:docMkLst>
        <pc:docMk/>
      </pc:docMkLst>
      <pc:sldChg chg="modSp mod">
        <pc:chgData name="Tim Haxton" userId="d4e3a40a62c7347c" providerId="LiveId" clId="{A29D721B-02FC-4AB2-9CA2-2C46CB19A802}" dt="2025-05-01T16:47:05.869" v="385" actId="20577"/>
        <pc:sldMkLst>
          <pc:docMk/>
          <pc:sldMk cId="2149160335" sldId="392"/>
        </pc:sldMkLst>
        <pc:spChg chg="mod">
          <ac:chgData name="Tim Haxton" userId="d4e3a40a62c7347c" providerId="LiveId" clId="{A29D721B-02FC-4AB2-9CA2-2C46CB19A802}" dt="2025-05-01T16:47:05.869" v="385" actId="20577"/>
          <ac:spMkLst>
            <pc:docMk/>
            <pc:sldMk cId="2149160335" sldId="392"/>
            <ac:spMk id="3" creationId="{06EAE463-8377-D58B-87C4-2FB3A88733FA}"/>
          </ac:spMkLst>
        </pc:spChg>
      </pc:sldChg>
      <pc:sldChg chg="delSp modSp add mod ord delAnim">
        <pc:chgData name="Tim Haxton" userId="d4e3a40a62c7347c" providerId="LiveId" clId="{A29D721B-02FC-4AB2-9CA2-2C46CB19A802}" dt="2025-04-29T17:16:52.877" v="384" actId="20577"/>
        <pc:sldMkLst>
          <pc:docMk/>
          <pc:sldMk cId="3639031732" sldId="394"/>
        </pc:sldMkLst>
        <pc:spChg chg="mod">
          <ac:chgData name="Tim Haxton" userId="d4e3a40a62c7347c" providerId="LiveId" clId="{A29D721B-02FC-4AB2-9CA2-2C46CB19A802}" dt="2025-04-29T17:16:52.877" v="384" actId="20577"/>
          <ac:spMkLst>
            <pc:docMk/>
            <pc:sldMk cId="3639031732" sldId="394"/>
            <ac:spMk id="3" creationId="{B2DF7A31-5778-067B-4EB5-1FC5AF6046F5}"/>
          </ac:spMkLst>
        </pc:spChg>
        <pc:graphicFrameChg chg="mod modGraphic">
          <ac:chgData name="Tim Haxton" userId="d4e3a40a62c7347c" providerId="LiveId" clId="{A29D721B-02FC-4AB2-9CA2-2C46CB19A802}" dt="2025-04-29T17:16:34.489" v="369" actId="20577"/>
          <ac:graphicFrameMkLst>
            <pc:docMk/>
            <pc:sldMk cId="3639031732" sldId="394"/>
            <ac:graphicFrameMk id="5" creationId="{66DA6691-89F2-E5EE-21EC-695566783CAD}"/>
          </ac:graphicFrameMkLst>
        </pc:graphicFrameChg>
        <pc:picChg chg="del">
          <ac:chgData name="Tim Haxton" userId="d4e3a40a62c7347c" providerId="LiveId" clId="{A29D721B-02FC-4AB2-9CA2-2C46CB19A802}" dt="2025-04-29T17:12:30.942" v="5" actId="478"/>
          <ac:picMkLst>
            <pc:docMk/>
            <pc:sldMk cId="3639031732" sldId="394"/>
            <ac:picMk id="4" creationId="{9306D20F-F54A-65A9-418B-782306758A9F}"/>
          </ac:picMkLst>
        </pc:picChg>
        <pc:picChg chg="del">
          <ac:chgData name="Tim Haxton" userId="d4e3a40a62c7347c" providerId="LiveId" clId="{A29D721B-02FC-4AB2-9CA2-2C46CB19A802}" dt="2025-04-29T17:12:27.276" v="4" actId="478"/>
          <ac:picMkLst>
            <pc:docMk/>
            <pc:sldMk cId="3639031732" sldId="394"/>
            <ac:picMk id="6" creationId="{DBCF067D-6828-E521-3F54-6F4870FAEBC1}"/>
          </ac:picMkLst>
        </pc:picChg>
        <pc:picChg chg="del">
          <ac:chgData name="Tim Haxton" userId="d4e3a40a62c7347c" providerId="LiveId" clId="{A29D721B-02FC-4AB2-9CA2-2C46CB19A802}" dt="2025-04-29T17:12:24.587" v="3" actId="478"/>
          <ac:picMkLst>
            <pc:docMk/>
            <pc:sldMk cId="3639031732" sldId="394"/>
            <ac:picMk id="7" creationId="{79196293-DB1E-4710-6ADA-B2F9D029B8E6}"/>
          </ac:picMkLst>
        </pc:picChg>
      </pc:sldChg>
    </pc:docChg>
  </pc:docChgLst>
  <pc:docChgLst>
    <pc:chgData name="Cooper Wolf" userId="c8315c998c98f914" providerId="Windows Live" clId="Web-{1838436B-DDE6-636B-019C-FAC857DAE348}"/>
    <pc:docChg chg="modSld sldOrd">
      <pc:chgData name="Cooper Wolf" userId="c8315c998c98f914" providerId="Windows Live" clId="Web-{1838436B-DDE6-636B-019C-FAC857DAE348}" dt="2025-05-01T18:13:19.890" v="122"/>
      <pc:docMkLst>
        <pc:docMk/>
      </pc:docMkLst>
      <pc:sldChg chg="modSp">
        <pc:chgData name="Cooper Wolf" userId="c8315c998c98f914" providerId="Windows Live" clId="Web-{1838436B-DDE6-636B-019C-FAC857DAE348}" dt="2025-05-01T16:31:26.254" v="28" actId="20577"/>
        <pc:sldMkLst>
          <pc:docMk/>
          <pc:sldMk cId="1304072277" sldId="256"/>
        </pc:sldMkLst>
        <pc:spChg chg="mod">
          <ac:chgData name="Cooper Wolf" userId="c8315c998c98f914" providerId="Windows Live" clId="Web-{1838436B-DDE6-636B-019C-FAC857DAE348}" dt="2025-05-01T16:31:26.254" v="28" actId="20577"/>
          <ac:spMkLst>
            <pc:docMk/>
            <pc:sldMk cId="1304072277" sldId="256"/>
            <ac:spMk id="3" creationId="{00000000-0000-0000-0000-000000000000}"/>
          </ac:spMkLst>
        </pc:spChg>
      </pc:sldChg>
      <pc:sldChg chg="modSp">
        <pc:chgData name="Cooper Wolf" userId="c8315c998c98f914" providerId="Windows Live" clId="Web-{1838436B-DDE6-636B-019C-FAC857DAE348}" dt="2025-05-01T16:52:02.165" v="81" actId="20577"/>
        <pc:sldMkLst>
          <pc:docMk/>
          <pc:sldMk cId="635886479" sldId="373"/>
        </pc:sldMkLst>
        <pc:spChg chg="mod">
          <ac:chgData name="Cooper Wolf" userId="c8315c998c98f914" providerId="Windows Live" clId="Web-{1838436B-DDE6-636B-019C-FAC857DAE348}" dt="2025-05-01T16:52:02.165" v="81" actId="20577"/>
          <ac:spMkLst>
            <pc:docMk/>
            <pc:sldMk cId="635886479" sldId="373"/>
            <ac:spMk id="3" creationId="{17CCC60D-7ECE-942F-EDD1-DD5883B1EF67}"/>
          </ac:spMkLst>
        </pc:spChg>
      </pc:sldChg>
      <pc:sldChg chg="ord">
        <pc:chgData name="Cooper Wolf" userId="c8315c998c98f914" providerId="Windows Live" clId="Web-{1838436B-DDE6-636B-019C-FAC857DAE348}" dt="2025-05-01T16:57:20.674" v="83"/>
        <pc:sldMkLst>
          <pc:docMk/>
          <pc:sldMk cId="946821859" sldId="374"/>
        </pc:sldMkLst>
      </pc:sldChg>
      <pc:sldChg chg="modSp ord">
        <pc:chgData name="Cooper Wolf" userId="c8315c998c98f914" providerId="Windows Live" clId="Web-{1838436B-DDE6-636B-019C-FAC857DAE348}" dt="2025-05-01T16:46:25.967" v="69"/>
        <pc:sldMkLst>
          <pc:docMk/>
          <pc:sldMk cId="3474951339" sldId="382"/>
        </pc:sldMkLst>
        <pc:graphicFrameChg chg="mod modGraphic">
          <ac:chgData name="Cooper Wolf" userId="c8315c998c98f914" providerId="Windows Live" clId="Web-{1838436B-DDE6-636B-019C-FAC857DAE348}" dt="2025-05-01T16:46:25.967" v="69"/>
          <ac:graphicFrameMkLst>
            <pc:docMk/>
            <pc:sldMk cId="3474951339" sldId="382"/>
            <ac:graphicFrameMk id="5" creationId="{2521E6B7-72B2-735A-9E47-9D14FC9E7D6B}"/>
          </ac:graphicFrameMkLst>
        </pc:graphicFrameChg>
      </pc:sldChg>
      <pc:sldChg chg="modSp">
        <pc:chgData name="Cooper Wolf" userId="c8315c998c98f914" providerId="Windows Live" clId="Web-{1838436B-DDE6-636B-019C-FAC857DAE348}" dt="2025-05-01T16:46:50.921" v="73" actId="14100"/>
        <pc:sldMkLst>
          <pc:docMk/>
          <pc:sldMk cId="2953618895" sldId="384"/>
        </pc:sldMkLst>
        <pc:spChg chg="mod">
          <ac:chgData name="Cooper Wolf" userId="c8315c998c98f914" providerId="Windows Live" clId="Web-{1838436B-DDE6-636B-019C-FAC857DAE348}" dt="2025-05-01T16:46:50.921" v="73" actId="14100"/>
          <ac:spMkLst>
            <pc:docMk/>
            <pc:sldMk cId="2953618895" sldId="384"/>
            <ac:spMk id="5" creationId="{FCC509DA-DECB-D91E-2642-25667CBF9F7F}"/>
          </ac:spMkLst>
        </pc:spChg>
      </pc:sldChg>
      <pc:sldChg chg="modSp">
        <pc:chgData name="Cooper Wolf" userId="c8315c998c98f914" providerId="Windows Live" clId="Web-{1838436B-DDE6-636B-019C-FAC857DAE348}" dt="2025-05-01T16:37:10.779" v="48"/>
        <pc:sldMkLst>
          <pc:docMk/>
          <pc:sldMk cId="4294843882" sldId="385"/>
        </pc:sldMkLst>
        <pc:graphicFrameChg chg="mod modGraphic">
          <ac:chgData name="Cooper Wolf" userId="c8315c998c98f914" providerId="Windows Live" clId="Web-{1838436B-DDE6-636B-019C-FAC857DAE348}" dt="2025-05-01T16:37:10.779" v="48"/>
          <ac:graphicFrameMkLst>
            <pc:docMk/>
            <pc:sldMk cId="4294843882" sldId="385"/>
            <ac:graphicFrameMk id="4" creationId="{30CB8108-284A-8C92-6559-7A1884A71C08}"/>
          </ac:graphicFrameMkLst>
        </pc:graphicFrameChg>
      </pc:sldChg>
      <pc:sldChg chg="modSp addAnim delAnim modAnim">
        <pc:chgData name="Cooper Wolf" userId="c8315c998c98f914" providerId="Windows Live" clId="Web-{1838436B-DDE6-636B-019C-FAC857DAE348}" dt="2025-05-01T18:13:19.890" v="122"/>
        <pc:sldMkLst>
          <pc:docMk/>
          <pc:sldMk cId="3641014263" sldId="386"/>
        </pc:sldMkLst>
        <pc:spChg chg="mod">
          <ac:chgData name="Cooper Wolf" userId="c8315c998c98f914" providerId="Windows Live" clId="Web-{1838436B-DDE6-636B-019C-FAC857DAE348}" dt="2025-05-01T16:47:06.547" v="75" actId="20577"/>
          <ac:spMkLst>
            <pc:docMk/>
            <pc:sldMk cId="3641014263" sldId="386"/>
            <ac:spMk id="3" creationId="{AB724392-8F54-B18D-93EC-1E8C77C03EF9}"/>
          </ac:spMkLst>
        </pc:spChg>
      </pc:sldChg>
      <pc:sldChg chg="modSp ord">
        <pc:chgData name="Cooper Wolf" userId="c8315c998c98f914" providerId="Windows Live" clId="Web-{1838436B-DDE6-636B-019C-FAC857DAE348}" dt="2025-05-01T16:51:17.101" v="79"/>
        <pc:sldMkLst>
          <pc:docMk/>
          <pc:sldMk cId="2701819854" sldId="397"/>
        </pc:sldMkLst>
        <pc:graphicFrameChg chg="mod modGraphic">
          <ac:chgData name="Cooper Wolf" userId="c8315c998c98f914" providerId="Windows Live" clId="Web-{1838436B-DDE6-636B-019C-FAC857DAE348}" dt="2025-05-01T16:51:17.101" v="79"/>
          <ac:graphicFrameMkLst>
            <pc:docMk/>
            <pc:sldMk cId="2701819854" sldId="397"/>
            <ac:graphicFrameMk id="5" creationId="{C8DC643B-D646-0394-D221-B069BABE77EA}"/>
          </ac:graphicFrameMkLst>
        </pc:graphicFrameChg>
      </pc:sldChg>
      <pc:sldChg chg="modSp">
        <pc:chgData name="Cooper Wolf" userId="c8315c998c98f914" providerId="Windows Live" clId="Web-{1838436B-DDE6-636B-019C-FAC857DAE348}" dt="2025-05-01T17:02:57.481" v="113"/>
        <pc:sldMkLst>
          <pc:docMk/>
          <pc:sldMk cId="3401242126" sldId="398"/>
        </pc:sldMkLst>
        <pc:graphicFrameChg chg="modGraphic">
          <ac:chgData name="Cooper Wolf" userId="c8315c998c98f914" providerId="Windows Live" clId="Web-{1838436B-DDE6-636B-019C-FAC857DAE348}" dt="2025-05-01T17:02:57.481" v="113"/>
          <ac:graphicFrameMkLst>
            <pc:docMk/>
            <pc:sldMk cId="3401242126" sldId="398"/>
            <ac:graphicFrameMk id="4" creationId="{FA38D12F-A8D2-1108-B358-946C45A92A3E}"/>
          </ac:graphicFrameMkLst>
        </pc:graphicFrameChg>
      </pc:sldChg>
      <pc:sldChg chg="modSp">
        <pc:chgData name="Cooper Wolf" userId="c8315c998c98f914" providerId="Windows Live" clId="Web-{1838436B-DDE6-636B-019C-FAC857DAE348}" dt="2025-05-01T16:58:01.863" v="84" actId="1076"/>
        <pc:sldMkLst>
          <pc:docMk/>
          <pc:sldMk cId="3354565014" sldId="399"/>
        </pc:sldMkLst>
        <pc:graphicFrameChg chg="mod">
          <ac:chgData name="Cooper Wolf" userId="c8315c998c98f914" providerId="Windows Live" clId="Web-{1838436B-DDE6-636B-019C-FAC857DAE348}" dt="2025-05-01T16:58:01.863" v="84" actId="1076"/>
          <ac:graphicFrameMkLst>
            <pc:docMk/>
            <pc:sldMk cId="3354565014" sldId="399"/>
            <ac:graphicFrameMk id="4" creationId="{4F3CD388-B224-DD88-4C6D-8137908E4611}"/>
          </ac:graphicFrameMkLst>
        </pc:graphicFrameChg>
      </pc:sldChg>
      <pc:sldChg chg="modSp">
        <pc:chgData name="Cooper Wolf" userId="c8315c998c98f914" providerId="Windows Live" clId="Web-{1838436B-DDE6-636B-019C-FAC857DAE348}" dt="2025-05-01T17:02:12.792" v="110"/>
        <pc:sldMkLst>
          <pc:docMk/>
          <pc:sldMk cId="3985592003" sldId="400"/>
        </pc:sldMkLst>
        <pc:graphicFrameChg chg="mod modGraphic">
          <ac:chgData name="Cooper Wolf" userId="c8315c998c98f914" providerId="Windows Live" clId="Web-{1838436B-DDE6-636B-019C-FAC857DAE348}" dt="2025-05-01T17:02:12.792" v="110"/>
          <ac:graphicFrameMkLst>
            <pc:docMk/>
            <pc:sldMk cId="3985592003" sldId="400"/>
            <ac:graphicFrameMk id="4" creationId="{DC6BE480-A45C-2BA3-2089-B43FEB7005A8}"/>
          </ac:graphicFrameMkLst>
        </pc:graphicFrameChg>
      </pc:sldChg>
    </pc:docChg>
  </pc:docChgLst>
  <pc:docChgLst>
    <pc:chgData name="Guest User" providerId="Windows Live" clId="Web-{A3B9A6EB-A3A0-85B1-268C-762E71CD904F}"/>
    <pc:docChg chg="addSld modSld">
      <pc:chgData name="Guest User" userId="" providerId="Windows Live" clId="Web-{A3B9A6EB-A3A0-85B1-268C-762E71CD904F}" dt="2025-05-01T16:19:06.792" v="338" actId="20577"/>
      <pc:docMkLst>
        <pc:docMk/>
      </pc:docMkLst>
      <pc:sldChg chg="modSp">
        <pc:chgData name="Guest User" userId="" providerId="Windows Live" clId="Web-{A3B9A6EB-A3A0-85B1-268C-762E71CD904F}" dt="2025-05-01T16:19:06.792" v="338" actId="20577"/>
        <pc:sldMkLst>
          <pc:docMk/>
          <pc:sldMk cId="635886479" sldId="373"/>
        </pc:sldMkLst>
        <pc:spChg chg="mod">
          <ac:chgData name="Guest User" userId="" providerId="Windows Live" clId="Web-{A3B9A6EB-A3A0-85B1-268C-762E71CD904F}" dt="2025-05-01T16:19:06.792" v="338" actId="20577"/>
          <ac:spMkLst>
            <pc:docMk/>
            <pc:sldMk cId="635886479" sldId="373"/>
            <ac:spMk id="3" creationId="{17CCC60D-7ECE-942F-EDD1-DD5883B1EF67}"/>
          </ac:spMkLst>
        </pc:spChg>
      </pc:sldChg>
      <pc:sldChg chg="modSp add replId">
        <pc:chgData name="Guest User" userId="" providerId="Windows Live" clId="Web-{A3B9A6EB-A3A0-85B1-268C-762E71CD904F}" dt="2025-05-01T16:18:56.135" v="336" actId="20577"/>
        <pc:sldMkLst>
          <pc:docMk/>
          <pc:sldMk cId="2477032972" sldId="401"/>
        </pc:sldMkLst>
        <pc:spChg chg="mod">
          <ac:chgData name="Guest User" userId="" providerId="Windows Live" clId="Web-{A3B9A6EB-A3A0-85B1-268C-762E71CD904F}" dt="2025-05-01T16:03:24.275" v="74" actId="20577"/>
          <ac:spMkLst>
            <pc:docMk/>
            <pc:sldMk cId="2477032972" sldId="401"/>
            <ac:spMk id="2" creationId="{AD799D73-814A-D49C-9C26-C4E150866A3D}"/>
          </ac:spMkLst>
        </pc:spChg>
        <pc:spChg chg="mod">
          <ac:chgData name="Guest User" userId="" providerId="Windows Live" clId="Web-{A3B9A6EB-A3A0-85B1-268C-762E71CD904F}" dt="2025-05-01T16:18:56.135" v="336" actId="20577"/>
          <ac:spMkLst>
            <pc:docMk/>
            <pc:sldMk cId="2477032972" sldId="401"/>
            <ac:spMk id="3" creationId="{D6089DD9-8ECD-CE5D-5F29-D614BE24D17B}"/>
          </ac:spMkLst>
        </pc:spChg>
      </pc:sldChg>
    </pc:docChg>
  </pc:docChgLst>
  <pc:docChgLst>
    <pc:chgData name="Guest User" providerId="Windows Live" clId="Web-{A9318A5F-C8CF-364A-2088-4D0D19CB73A4}"/>
    <pc:docChg chg="modSld sldOrd">
      <pc:chgData name="Guest User" userId="" providerId="Windows Live" clId="Web-{A9318A5F-C8CF-364A-2088-4D0D19CB73A4}" dt="2025-05-01T23:06:07.559" v="2443"/>
      <pc:docMkLst>
        <pc:docMk/>
      </pc:docMkLst>
      <pc:sldChg chg="addSp modSp addAnim">
        <pc:chgData name="Guest User" userId="" providerId="Windows Live" clId="Web-{A9318A5F-C8CF-364A-2088-4D0D19CB73A4}" dt="2025-05-01T16:27:54.833" v="427" actId="14100"/>
        <pc:sldMkLst>
          <pc:docMk/>
          <pc:sldMk cId="828071449" sldId="379"/>
        </pc:sldMkLst>
        <pc:picChg chg="add mod">
          <ac:chgData name="Guest User" userId="" providerId="Windows Live" clId="Web-{A9318A5F-C8CF-364A-2088-4D0D19CB73A4}" dt="2025-05-01T16:27:54.833" v="427" actId="14100"/>
          <ac:picMkLst>
            <pc:docMk/>
            <pc:sldMk cId="828071449" sldId="379"/>
            <ac:picMk id="8" creationId="{D53192AA-5FC2-F24A-A996-2D462F0B23CA}"/>
          </ac:picMkLst>
        </pc:picChg>
      </pc:sldChg>
      <pc:sldChg chg="addSp delSp modSp addAnim delAnim">
        <pc:chgData name="Guest User" userId="" providerId="Windows Live" clId="Web-{A9318A5F-C8CF-364A-2088-4D0D19CB73A4}" dt="2025-05-01T15:26:57.538" v="229" actId="1076"/>
        <pc:sldMkLst>
          <pc:docMk/>
          <pc:sldMk cId="1810555064" sldId="380"/>
        </pc:sldMkLst>
        <pc:picChg chg="del mod">
          <ac:chgData name="Guest User" userId="" providerId="Windows Live" clId="Web-{A9318A5F-C8CF-364A-2088-4D0D19CB73A4}" dt="2025-05-01T15:26:12.442" v="220"/>
          <ac:picMkLst>
            <pc:docMk/>
            <pc:sldMk cId="1810555064" sldId="380"/>
            <ac:picMk id="6" creationId="{AF8A1B06-9162-7A42-A2D3-047034AF0441}"/>
          </ac:picMkLst>
        </pc:picChg>
        <pc:picChg chg="add mod modCrop">
          <ac:chgData name="Guest User" userId="" providerId="Windows Live" clId="Web-{A9318A5F-C8CF-364A-2088-4D0D19CB73A4}" dt="2025-05-01T15:26:57.538" v="229" actId="1076"/>
          <ac:picMkLst>
            <pc:docMk/>
            <pc:sldMk cId="1810555064" sldId="380"/>
            <ac:picMk id="7" creationId="{34D1347D-7F5D-1134-ACEC-B787C00D58D8}"/>
          </ac:picMkLst>
        </pc:picChg>
      </pc:sldChg>
      <pc:sldChg chg="modSp">
        <pc:chgData name="Guest User" userId="" providerId="Windows Live" clId="Web-{A9318A5F-C8CF-364A-2088-4D0D19CB73A4}" dt="2025-05-01T15:32:27.893" v="263"/>
        <pc:sldMkLst>
          <pc:docMk/>
          <pc:sldMk cId="1466554245" sldId="383"/>
        </pc:sldMkLst>
        <pc:graphicFrameChg chg="mod modGraphic">
          <ac:chgData name="Guest User" userId="" providerId="Windows Live" clId="Web-{A9318A5F-C8CF-364A-2088-4D0D19CB73A4}" dt="2025-05-01T15:32:27.893" v="263"/>
          <ac:graphicFrameMkLst>
            <pc:docMk/>
            <pc:sldMk cId="1466554245" sldId="383"/>
            <ac:graphicFrameMk id="4" creationId="{4A60078D-EB01-7C8B-B6CC-D43E25058BC4}"/>
          </ac:graphicFrameMkLst>
        </pc:graphicFrameChg>
      </pc:sldChg>
      <pc:sldChg chg="addSp delSp modSp addAnim delAnim modAnim">
        <pc:chgData name="Guest User" userId="" providerId="Windows Live" clId="Web-{A9318A5F-C8CF-364A-2088-4D0D19CB73A4}" dt="2025-05-01T22:59:59.457" v="2377" actId="1076"/>
        <pc:sldMkLst>
          <pc:docMk/>
          <pc:sldMk cId="2953618895" sldId="384"/>
        </pc:sldMkLst>
        <pc:spChg chg="mod">
          <ac:chgData name="Guest User" userId="" providerId="Windows Live" clId="Web-{A9318A5F-C8CF-364A-2088-4D0D19CB73A4}" dt="2025-05-01T18:41:38.087" v="1213" actId="14100"/>
          <ac:spMkLst>
            <pc:docMk/>
            <pc:sldMk cId="2953618895" sldId="384"/>
            <ac:spMk id="2" creationId="{AC421AA8-4F68-CA14-EA9B-0D0963C9FE2A}"/>
          </ac:spMkLst>
        </pc:spChg>
        <pc:spChg chg="add mod">
          <ac:chgData name="Guest User" userId="" providerId="Windows Live" clId="Web-{A9318A5F-C8CF-364A-2088-4D0D19CB73A4}" dt="2025-05-01T20:01:04.192" v="1303"/>
          <ac:spMkLst>
            <pc:docMk/>
            <pc:sldMk cId="2953618895" sldId="384"/>
            <ac:spMk id="3" creationId="{B1C70330-6375-7565-73C4-5D9939654157}"/>
          </ac:spMkLst>
        </pc:spChg>
        <pc:spChg chg="mod">
          <ac:chgData name="Guest User" userId="" providerId="Windows Live" clId="Web-{A9318A5F-C8CF-364A-2088-4D0D19CB73A4}" dt="2025-05-01T22:36:26.645" v="2375" actId="1076"/>
          <ac:spMkLst>
            <pc:docMk/>
            <pc:sldMk cId="2953618895" sldId="384"/>
            <ac:spMk id="5" creationId="{FCC509DA-DECB-D91E-2642-25667CBF9F7F}"/>
          </ac:spMkLst>
        </pc:spChg>
        <pc:spChg chg="add del mod">
          <ac:chgData name="Guest User" userId="" providerId="Windows Live" clId="Web-{A9318A5F-C8CF-364A-2088-4D0D19CB73A4}" dt="2025-05-01T18:21:01.017" v="560"/>
          <ac:spMkLst>
            <pc:docMk/>
            <pc:sldMk cId="2953618895" sldId="384"/>
            <ac:spMk id="7" creationId="{C9A88FDB-077B-A1AE-C1C8-E088C95892EA}"/>
          </ac:spMkLst>
        </pc:spChg>
        <pc:graphicFrameChg chg="mod modGraphic">
          <ac:chgData name="Guest User" userId="" providerId="Windows Live" clId="Web-{A9318A5F-C8CF-364A-2088-4D0D19CB73A4}" dt="2025-05-01T20:05:33.071" v="1447"/>
          <ac:graphicFrameMkLst>
            <pc:docMk/>
            <pc:sldMk cId="2953618895" sldId="384"/>
            <ac:graphicFrameMk id="4" creationId="{B191DFB5-2D37-1F01-0FC8-798BEB13C326}"/>
          </ac:graphicFrameMkLst>
        </pc:graphicFrameChg>
        <pc:graphicFrameChg chg="add mod modGraphic">
          <ac:chgData name="Guest User" userId="" providerId="Windows Live" clId="Web-{A9318A5F-C8CF-364A-2088-4D0D19CB73A4}" dt="2025-05-01T22:59:59.457" v="2377" actId="1076"/>
          <ac:graphicFrameMkLst>
            <pc:docMk/>
            <pc:sldMk cId="2953618895" sldId="384"/>
            <ac:graphicFrameMk id="6" creationId="{C959499A-C752-510A-C431-93851ECE682C}"/>
          </ac:graphicFrameMkLst>
        </pc:graphicFrameChg>
      </pc:sldChg>
      <pc:sldChg chg="addSp modSp ord addAnim modAnim">
        <pc:chgData name="Guest User" userId="" providerId="Windows Live" clId="Web-{A9318A5F-C8CF-364A-2088-4D0D19CB73A4}" dt="2025-05-01T23:03:41.378" v="2441"/>
        <pc:sldMkLst>
          <pc:docMk/>
          <pc:sldMk cId="4294843882" sldId="385"/>
        </pc:sldMkLst>
        <pc:spChg chg="mod">
          <ac:chgData name="Guest User" userId="" providerId="Windows Live" clId="Web-{A9318A5F-C8CF-364A-2088-4D0D19CB73A4}" dt="2025-05-01T15:34:01.412" v="305"/>
          <ac:spMkLst>
            <pc:docMk/>
            <pc:sldMk cId="4294843882" sldId="385"/>
            <ac:spMk id="5" creationId="{0EC5B97D-F818-134B-278A-A33D32391EB7}"/>
          </ac:spMkLst>
        </pc:spChg>
        <pc:spChg chg="add">
          <ac:chgData name="Guest User" userId="" providerId="Windows Live" clId="Web-{A9318A5F-C8CF-364A-2088-4D0D19CB73A4}" dt="2025-05-01T23:03:19.861" v="2438"/>
          <ac:spMkLst>
            <pc:docMk/>
            <pc:sldMk cId="4294843882" sldId="385"/>
            <ac:spMk id="7" creationId="{4A83BE04-806C-C991-ECED-72EE6E3246F4}"/>
          </ac:spMkLst>
        </pc:spChg>
        <pc:graphicFrameChg chg="mod modGraphic">
          <ac:chgData name="Guest User" userId="" providerId="Windows Live" clId="Web-{A9318A5F-C8CF-364A-2088-4D0D19CB73A4}" dt="2025-05-01T23:02:59.031" v="2431"/>
          <ac:graphicFrameMkLst>
            <pc:docMk/>
            <pc:sldMk cId="4294843882" sldId="385"/>
            <ac:graphicFrameMk id="4" creationId="{30CB8108-284A-8C92-6559-7A1884A71C08}"/>
          </ac:graphicFrameMkLst>
        </pc:graphicFrameChg>
        <pc:graphicFrameChg chg="mod modGraphic">
          <ac:chgData name="Guest User" userId="" providerId="Windows Live" clId="Web-{A9318A5F-C8CF-364A-2088-4D0D19CB73A4}" dt="2025-05-01T23:03:18.908" v="2437"/>
          <ac:graphicFrameMkLst>
            <pc:docMk/>
            <pc:sldMk cId="4294843882" sldId="385"/>
            <ac:graphicFrameMk id="6" creationId="{07B1F3A3-120B-7B3E-605D-FA551CABDB69}"/>
          </ac:graphicFrameMkLst>
        </pc:graphicFrameChg>
      </pc:sldChg>
      <pc:sldChg chg="addSp delSp modSp addAnim delAnim modAnim">
        <pc:chgData name="Guest User" userId="" providerId="Windows Live" clId="Web-{A9318A5F-C8CF-364A-2088-4D0D19CB73A4}" dt="2025-05-01T20:22:16.615" v="1630"/>
        <pc:sldMkLst>
          <pc:docMk/>
          <pc:sldMk cId="3641014263" sldId="386"/>
        </pc:sldMkLst>
        <pc:spChg chg="mod">
          <ac:chgData name="Guest User" userId="" providerId="Windows Live" clId="Web-{A9318A5F-C8CF-364A-2088-4D0D19CB73A4}" dt="2025-05-01T14:37:53.264" v="3" actId="14100"/>
          <ac:spMkLst>
            <pc:docMk/>
            <pc:sldMk cId="3641014263" sldId="386"/>
            <ac:spMk id="2" creationId="{DB7888DF-17C3-62D0-7012-3ECB8D04EEBE}"/>
          </ac:spMkLst>
        </pc:spChg>
        <pc:spChg chg="mod">
          <ac:chgData name="Guest User" userId="" providerId="Windows Live" clId="Web-{A9318A5F-C8CF-364A-2088-4D0D19CB73A4}" dt="2025-05-01T15:36:21.495" v="396" actId="1076"/>
          <ac:spMkLst>
            <pc:docMk/>
            <pc:sldMk cId="3641014263" sldId="386"/>
            <ac:spMk id="3" creationId="{AB724392-8F54-B18D-93EC-1E8C77C03EF9}"/>
          </ac:spMkLst>
        </pc:spChg>
        <pc:graphicFrameChg chg="mod modGraphic">
          <ac:chgData name="Guest User" userId="" providerId="Windows Live" clId="Web-{A9318A5F-C8CF-364A-2088-4D0D19CB73A4}" dt="2025-05-01T20:22:16.615" v="1630"/>
          <ac:graphicFrameMkLst>
            <pc:docMk/>
            <pc:sldMk cId="3641014263" sldId="386"/>
            <ac:graphicFrameMk id="4" creationId="{B98B094F-B3B7-1EDC-AAA3-0EB0DB1261ED}"/>
          </ac:graphicFrameMkLst>
        </pc:graphicFrameChg>
        <pc:picChg chg="add mod">
          <ac:chgData name="Guest User" userId="" providerId="Windows Live" clId="Web-{A9318A5F-C8CF-364A-2088-4D0D19CB73A4}" dt="2025-05-01T14:46:14.922" v="95" actId="1076"/>
          <ac:picMkLst>
            <pc:docMk/>
            <pc:sldMk cId="3641014263" sldId="386"/>
            <ac:picMk id="5" creationId="{F6EC0EE7-9CDF-E8B7-D3E5-259CE9D83657}"/>
          </ac:picMkLst>
        </pc:picChg>
        <pc:picChg chg="add mod">
          <ac:chgData name="Guest User" userId="" providerId="Windows Live" clId="Web-{A9318A5F-C8CF-364A-2088-4D0D19CB73A4}" dt="2025-05-01T16:32:51.924" v="435" actId="1076"/>
          <ac:picMkLst>
            <pc:docMk/>
            <pc:sldMk cId="3641014263" sldId="386"/>
            <ac:picMk id="7" creationId="{CBCF7C48-0E1C-3D4A-CA3D-091072742C4C}"/>
          </ac:picMkLst>
        </pc:picChg>
        <pc:cxnChg chg="add mod">
          <ac:chgData name="Guest User" userId="" providerId="Windows Live" clId="Web-{A9318A5F-C8CF-364A-2088-4D0D19CB73A4}" dt="2025-05-01T14:51:13.323" v="134" actId="14100"/>
          <ac:cxnSpMkLst>
            <pc:docMk/>
            <pc:sldMk cId="3641014263" sldId="386"/>
            <ac:cxnSpMk id="6" creationId="{DF9DC366-785C-FD1A-C895-93FC4FCF5B5A}"/>
          </ac:cxnSpMkLst>
        </pc:cxnChg>
        <pc:cxnChg chg="add del mod">
          <ac:chgData name="Guest User" userId="" providerId="Windows Live" clId="Web-{A9318A5F-C8CF-364A-2088-4D0D19CB73A4}" dt="2025-05-01T14:51:15.214" v="135"/>
          <ac:cxnSpMkLst>
            <pc:docMk/>
            <pc:sldMk cId="3641014263" sldId="386"/>
            <ac:cxnSpMk id="7" creationId="{7286647F-F1F1-1F9B-92C2-691394F3607E}"/>
          </ac:cxnSpMkLst>
        </pc:cxnChg>
      </pc:sldChg>
      <pc:sldChg chg="modSp">
        <pc:chgData name="Guest User" userId="" providerId="Windows Live" clId="Web-{A9318A5F-C8CF-364A-2088-4D0D19CB73A4}" dt="2025-05-01T15:37:50.310" v="408" actId="14100"/>
        <pc:sldMkLst>
          <pc:docMk/>
          <pc:sldMk cId="453693260" sldId="388"/>
        </pc:sldMkLst>
        <pc:spChg chg="mod">
          <ac:chgData name="Guest User" userId="" providerId="Windows Live" clId="Web-{A9318A5F-C8CF-364A-2088-4D0D19CB73A4}" dt="2025-05-01T15:37:45.919" v="407" actId="1076"/>
          <ac:spMkLst>
            <pc:docMk/>
            <pc:sldMk cId="453693260" sldId="388"/>
            <ac:spMk id="2" creationId="{2D3EB483-CEE6-12EA-CC17-D2AAB139361B}"/>
          </ac:spMkLst>
        </pc:spChg>
        <pc:picChg chg="mod">
          <ac:chgData name="Guest User" userId="" providerId="Windows Live" clId="Web-{A9318A5F-C8CF-364A-2088-4D0D19CB73A4}" dt="2025-05-01T15:37:50.310" v="408" actId="14100"/>
          <ac:picMkLst>
            <pc:docMk/>
            <pc:sldMk cId="453693260" sldId="388"/>
            <ac:picMk id="4" creationId="{347726A6-318E-D95A-B95A-0003F35B99B7}"/>
          </ac:picMkLst>
        </pc:picChg>
      </pc:sldChg>
      <pc:sldChg chg="modSp">
        <pc:chgData name="Guest User" userId="" providerId="Windows Live" clId="Web-{A9318A5F-C8CF-364A-2088-4D0D19CB73A4}" dt="2025-05-01T15:38:16.077" v="411" actId="1076"/>
        <pc:sldMkLst>
          <pc:docMk/>
          <pc:sldMk cId="2794384871" sldId="389"/>
        </pc:sldMkLst>
        <pc:spChg chg="mod">
          <ac:chgData name="Guest User" userId="" providerId="Windows Live" clId="Web-{A9318A5F-C8CF-364A-2088-4D0D19CB73A4}" dt="2025-05-01T15:38:05.170" v="409"/>
          <ac:spMkLst>
            <pc:docMk/>
            <pc:sldMk cId="2794384871" sldId="389"/>
            <ac:spMk id="2" creationId="{06CE93B3-6B46-CC85-A885-A683AF6D654F}"/>
          </ac:spMkLst>
        </pc:spChg>
        <pc:picChg chg="mod">
          <ac:chgData name="Guest User" userId="" providerId="Windows Live" clId="Web-{A9318A5F-C8CF-364A-2088-4D0D19CB73A4}" dt="2025-05-01T15:38:16.077" v="411" actId="1076"/>
          <ac:picMkLst>
            <pc:docMk/>
            <pc:sldMk cId="2794384871" sldId="389"/>
            <ac:picMk id="4" creationId="{21C1F6E1-CD23-2874-0315-BBDF63411E70}"/>
          </ac:picMkLst>
        </pc:picChg>
      </pc:sldChg>
      <pc:sldChg chg="addSp delSp modSp ord">
        <pc:chgData name="Guest User" userId="" providerId="Windows Live" clId="Web-{A9318A5F-C8CF-364A-2088-4D0D19CB73A4}" dt="2025-05-01T23:05:07.383" v="2442"/>
        <pc:sldMkLst>
          <pc:docMk/>
          <pc:sldMk cId="1027772829" sldId="390"/>
        </pc:sldMkLst>
        <pc:picChg chg="del mod">
          <ac:chgData name="Guest User" userId="" providerId="Windows Live" clId="Web-{A9318A5F-C8CF-364A-2088-4D0D19CB73A4}" dt="2025-05-01T15:06:41.996" v="205"/>
          <ac:picMkLst>
            <pc:docMk/>
            <pc:sldMk cId="1027772829" sldId="390"/>
            <ac:picMk id="3" creationId="{457C859D-F915-AA65-1464-A24005B80E97}"/>
          </ac:picMkLst>
        </pc:picChg>
        <pc:picChg chg="add mod">
          <ac:chgData name="Guest User" userId="" providerId="Windows Live" clId="Web-{A9318A5F-C8CF-364A-2088-4D0D19CB73A4}" dt="2025-05-01T20:08:40.382" v="1450"/>
          <ac:picMkLst>
            <pc:docMk/>
            <pc:sldMk cId="1027772829" sldId="390"/>
            <ac:picMk id="3" creationId="{9DC95253-CD37-BE20-44B9-E128B250E053}"/>
          </ac:picMkLst>
        </pc:picChg>
        <pc:picChg chg="add del mod">
          <ac:chgData name="Guest User" userId="" providerId="Windows Live" clId="Web-{A9318A5F-C8CF-364A-2088-4D0D19CB73A4}" dt="2025-05-01T20:08:38.288" v="1449"/>
          <ac:picMkLst>
            <pc:docMk/>
            <pc:sldMk cId="1027772829" sldId="390"/>
            <ac:picMk id="4" creationId="{5F2D9859-ED07-A3D6-860A-71D274C50A04}"/>
          </ac:picMkLst>
        </pc:picChg>
      </pc:sldChg>
      <pc:sldChg chg="ord">
        <pc:chgData name="Guest User" userId="" providerId="Windows Live" clId="Web-{A9318A5F-C8CF-364A-2088-4D0D19CB73A4}" dt="2025-05-01T23:06:07.559" v="2443"/>
        <pc:sldMkLst>
          <pc:docMk/>
          <pc:sldMk cId="878183119" sldId="391"/>
        </pc:sldMkLst>
      </pc:sldChg>
      <pc:sldChg chg="modSp">
        <pc:chgData name="Guest User" userId="" providerId="Windows Live" clId="Web-{A9318A5F-C8CF-364A-2088-4D0D19CB73A4}" dt="2025-05-01T20:16:16.588" v="1502"/>
        <pc:sldMkLst>
          <pc:docMk/>
          <pc:sldMk cId="2149160335" sldId="392"/>
        </pc:sldMkLst>
        <pc:spChg chg="mod">
          <ac:chgData name="Guest User" userId="" providerId="Windows Live" clId="Web-{A9318A5F-C8CF-364A-2088-4D0D19CB73A4}" dt="2025-05-01T15:36:02.119" v="370" actId="1076"/>
          <ac:spMkLst>
            <pc:docMk/>
            <pc:sldMk cId="2149160335" sldId="392"/>
            <ac:spMk id="3" creationId="{06EAE463-8377-D58B-87C4-2FB3A88733FA}"/>
          </ac:spMkLst>
        </pc:spChg>
        <pc:graphicFrameChg chg="mod modGraphic">
          <ac:chgData name="Guest User" userId="" providerId="Windows Live" clId="Web-{A9318A5F-C8CF-364A-2088-4D0D19CB73A4}" dt="2025-05-01T20:16:16.588" v="1502"/>
          <ac:graphicFrameMkLst>
            <pc:docMk/>
            <pc:sldMk cId="2149160335" sldId="392"/>
            <ac:graphicFrameMk id="4" creationId="{C455C02F-C0BA-C201-8976-819F3C556908}"/>
          </ac:graphicFrameMkLst>
        </pc:graphicFrameChg>
      </pc:sldChg>
      <pc:sldChg chg="addSp delSp modSp addAnim delAnim modAnim">
        <pc:chgData name="Guest User" userId="" providerId="Windows Live" clId="Web-{A9318A5F-C8CF-364A-2088-4D0D19CB73A4}" dt="2025-05-01T23:03:16.376" v="2435"/>
        <pc:sldMkLst>
          <pc:docMk/>
          <pc:sldMk cId="1237155009" sldId="393"/>
        </pc:sldMkLst>
        <pc:spChg chg="mod">
          <ac:chgData name="Guest User" userId="" providerId="Windows Live" clId="Web-{A9318A5F-C8CF-364A-2088-4D0D19CB73A4}" dt="2025-05-01T22:35:14.192" v="2372" actId="1076"/>
          <ac:spMkLst>
            <pc:docMk/>
            <pc:sldMk cId="1237155009" sldId="393"/>
            <ac:spMk id="3" creationId="{9F229B79-BCD9-AD3C-0798-7226F9F3ED9A}"/>
          </ac:spMkLst>
        </pc:spChg>
        <pc:spChg chg="add del">
          <ac:chgData name="Guest User" userId="" providerId="Windows Live" clId="Web-{A9318A5F-C8CF-364A-2088-4D0D19CB73A4}" dt="2025-05-01T22:33:32.317" v="2355"/>
          <ac:spMkLst>
            <pc:docMk/>
            <pc:sldMk cId="1237155009" sldId="393"/>
            <ac:spMk id="7" creationId="{07058DB6-6F82-5732-B50F-E7221CBAFB87}"/>
          </ac:spMkLst>
        </pc:spChg>
        <pc:spChg chg="add del mod">
          <ac:chgData name="Guest User" userId="" providerId="Windows Live" clId="Web-{A9318A5F-C8CF-364A-2088-4D0D19CB73A4}" dt="2025-05-01T23:03:15.595" v="2434"/>
          <ac:spMkLst>
            <pc:docMk/>
            <pc:sldMk cId="1237155009" sldId="393"/>
            <ac:spMk id="8" creationId="{4A83BE04-806C-C991-ECED-72EE6E3246F4}"/>
          </ac:spMkLst>
        </pc:spChg>
        <pc:graphicFrameChg chg="mod modGraphic">
          <ac:chgData name="Guest User" userId="" providerId="Windows Live" clId="Web-{A9318A5F-C8CF-364A-2088-4D0D19CB73A4}" dt="2025-05-01T23:03:16.376" v="2435"/>
          <ac:graphicFrameMkLst>
            <pc:docMk/>
            <pc:sldMk cId="1237155009" sldId="393"/>
            <ac:graphicFrameMk id="4" creationId="{83F55D89-9595-593C-873C-3C4578A8B4D1}"/>
          </ac:graphicFrameMkLst>
        </pc:graphicFrameChg>
        <pc:graphicFrameChg chg="add del mod modGraphic">
          <ac:chgData name="Guest User" userId="" providerId="Windows Live" clId="Web-{A9318A5F-C8CF-364A-2088-4D0D19CB73A4}" dt="2025-05-01T23:01:10.899" v="2380"/>
          <ac:graphicFrameMkLst>
            <pc:docMk/>
            <pc:sldMk cId="1237155009" sldId="393"/>
            <ac:graphicFrameMk id="6" creationId="{07B1F3A3-120B-7B3E-605D-FA551CABDB69}"/>
          </ac:graphicFrameMkLst>
        </pc:graphicFrameChg>
      </pc:sldChg>
      <pc:sldChg chg="modSp">
        <pc:chgData name="Guest User" userId="" providerId="Windows Live" clId="Web-{A9318A5F-C8CF-364A-2088-4D0D19CB73A4}" dt="2025-05-01T16:34:44.804" v="482"/>
        <pc:sldMkLst>
          <pc:docMk/>
          <pc:sldMk cId="3401242126" sldId="398"/>
        </pc:sldMkLst>
        <pc:graphicFrameChg chg="mod modGraphic">
          <ac:chgData name="Guest User" userId="" providerId="Windows Live" clId="Web-{A9318A5F-C8CF-364A-2088-4D0D19CB73A4}" dt="2025-05-01T16:34:44.804" v="482"/>
          <ac:graphicFrameMkLst>
            <pc:docMk/>
            <pc:sldMk cId="3401242126" sldId="398"/>
            <ac:graphicFrameMk id="4" creationId="{FA38D12F-A8D2-1108-B358-946C45A92A3E}"/>
          </ac:graphicFrameMkLst>
        </pc:graphicFrameChg>
      </pc:sldChg>
      <pc:sldChg chg="modSp">
        <pc:chgData name="Guest User" userId="" providerId="Windows Live" clId="Web-{A9318A5F-C8CF-364A-2088-4D0D19CB73A4}" dt="2025-05-01T16:34:35.616" v="480"/>
        <pc:sldMkLst>
          <pc:docMk/>
          <pc:sldMk cId="3354565014" sldId="399"/>
        </pc:sldMkLst>
        <pc:graphicFrameChg chg="mod modGraphic">
          <ac:chgData name="Guest User" userId="" providerId="Windows Live" clId="Web-{A9318A5F-C8CF-364A-2088-4D0D19CB73A4}" dt="2025-05-01T16:34:35.616" v="480"/>
          <ac:graphicFrameMkLst>
            <pc:docMk/>
            <pc:sldMk cId="3354565014" sldId="399"/>
            <ac:graphicFrameMk id="4" creationId="{4F3CD388-B224-DD88-4C6D-8137908E4611}"/>
          </ac:graphicFrameMkLst>
        </pc:graphicFrameChg>
      </pc:sldChg>
      <pc:sldChg chg="modSp">
        <pc:chgData name="Guest User" userId="" providerId="Windows Live" clId="Web-{A9318A5F-C8CF-364A-2088-4D0D19CB73A4}" dt="2025-05-01T16:35:04.617" v="488"/>
        <pc:sldMkLst>
          <pc:docMk/>
          <pc:sldMk cId="3985592003" sldId="400"/>
        </pc:sldMkLst>
        <pc:graphicFrameChg chg="mod modGraphic">
          <ac:chgData name="Guest User" userId="" providerId="Windows Live" clId="Web-{A9318A5F-C8CF-364A-2088-4D0D19CB73A4}" dt="2025-05-01T16:35:04.617" v="488"/>
          <ac:graphicFrameMkLst>
            <pc:docMk/>
            <pc:sldMk cId="3985592003" sldId="400"/>
            <ac:graphicFrameMk id="4" creationId="{DC6BE480-A45C-2BA3-2089-B43FEB7005A8}"/>
          </ac:graphicFrameMkLst>
        </pc:graphicFrameChg>
      </pc:sldChg>
    </pc:docChg>
  </pc:docChgLst>
  <pc:docChgLst>
    <pc:chgData name="Guest User" providerId="Windows Live" clId="Web-{15236033-8962-06CB-E13F-7B75C131B385}"/>
    <pc:docChg chg="modSld">
      <pc:chgData name="Guest User" userId="" providerId="Windows Live" clId="Web-{15236033-8962-06CB-E13F-7B75C131B385}" dt="2025-04-29T21:03:55.348" v="15" actId="1076"/>
      <pc:docMkLst>
        <pc:docMk/>
      </pc:docMkLst>
      <pc:sldChg chg="addSp delSp modSp">
        <pc:chgData name="Guest User" userId="" providerId="Windows Live" clId="Web-{15236033-8962-06CB-E13F-7B75C131B385}" dt="2025-04-29T20:58:07.081" v="4" actId="1076"/>
        <pc:sldMkLst>
          <pc:docMk/>
          <pc:sldMk cId="946821859" sldId="374"/>
        </pc:sldMkLst>
        <pc:picChg chg="add del mod">
          <ac:chgData name="Guest User" userId="" providerId="Windows Live" clId="Web-{15236033-8962-06CB-E13F-7B75C131B385}" dt="2025-04-29T20:57:57.519" v="1"/>
          <ac:picMkLst>
            <pc:docMk/>
            <pc:sldMk cId="946821859" sldId="374"/>
            <ac:picMk id="3" creationId="{F6A0FFB4-BD3D-8D6E-D5F8-B6F405C4D7EC}"/>
          </ac:picMkLst>
        </pc:picChg>
        <pc:picChg chg="add mod">
          <ac:chgData name="Guest User" userId="" providerId="Windows Live" clId="Web-{15236033-8962-06CB-E13F-7B75C131B385}" dt="2025-04-29T20:58:07.081" v="4" actId="1076"/>
          <ac:picMkLst>
            <pc:docMk/>
            <pc:sldMk cId="946821859" sldId="374"/>
            <ac:picMk id="4" creationId="{C2EDA070-2CED-1C40-9D15-72EF9D842D6D}"/>
          </ac:picMkLst>
        </pc:picChg>
      </pc:sldChg>
      <pc:sldChg chg="addSp delSp modSp">
        <pc:chgData name="Guest User" userId="" providerId="Windows Live" clId="Web-{15236033-8962-06CB-E13F-7B75C131B385}" dt="2025-04-29T21:03:55.348" v="15" actId="1076"/>
        <pc:sldMkLst>
          <pc:docMk/>
          <pc:sldMk cId="1027772829" sldId="390"/>
        </pc:sldMkLst>
        <pc:picChg chg="add mod">
          <ac:chgData name="Guest User" userId="" providerId="Windows Live" clId="Web-{15236033-8962-06CB-E13F-7B75C131B385}" dt="2025-04-29T21:03:55.348" v="15" actId="1076"/>
          <ac:picMkLst>
            <pc:docMk/>
            <pc:sldMk cId="1027772829" sldId="390"/>
            <ac:picMk id="3" creationId="{457C859D-F915-AA65-1464-A24005B80E97}"/>
          </ac:picMkLst>
        </pc:picChg>
        <pc:picChg chg="del">
          <ac:chgData name="Guest User" userId="" providerId="Windows Live" clId="Web-{15236033-8962-06CB-E13F-7B75C131B385}" dt="2025-04-29T21:02:07.082" v="5"/>
          <ac:picMkLst>
            <pc:docMk/>
            <pc:sldMk cId="1027772829" sldId="390"/>
            <ac:picMk id="4" creationId="{B707B59C-A5AF-2DE2-62B3-698E09059F12}"/>
          </ac:picMkLst>
        </pc:picChg>
      </pc:sldChg>
      <pc:sldChg chg="modSp">
        <pc:chgData name="Guest User" userId="" providerId="Windows Live" clId="Web-{15236033-8962-06CB-E13F-7B75C131B385}" dt="2025-04-29T21:03:55.098" v="14"/>
        <pc:sldMkLst>
          <pc:docMk/>
          <pc:sldMk cId="1356831077" sldId="395"/>
        </pc:sldMkLst>
        <pc:graphicFrameChg chg="mod modGraphic">
          <ac:chgData name="Guest User" userId="" providerId="Windows Live" clId="Web-{15236033-8962-06CB-E13F-7B75C131B385}" dt="2025-04-29T21:03:55.098" v="14"/>
          <ac:graphicFrameMkLst>
            <pc:docMk/>
            <pc:sldMk cId="1356831077" sldId="395"/>
            <ac:graphicFrameMk id="4" creationId="{403A93C2-E6CE-BA56-868D-AE06881E4808}"/>
          </ac:graphicFrameMkLst>
        </pc:graphicFrameChg>
      </pc:sldChg>
    </pc:docChg>
  </pc:docChgLst>
  <pc:docChgLst>
    <pc:chgData name="Cooper Wolf" userId="c8315c998c98f914" providerId="Windows Live" clId="Web-{E5607F5E-E042-8DFA-22C3-5811209713F7}"/>
    <pc:docChg chg="addSld delSld modSld">
      <pc:chgData name="Cooper Wolf" userId="c8315c998c98f914" providerId="Windows Live" clId="Web-{E5607F5E-E042-8DFA-22C3-5811209713F7}" dt="2025-04-29T17:05:33.527" v="645"/>
      <pc:docMkLst>
        <pc:docMk/>
      </pc:docMkLst>
      <pc:sldChg chg="del">
        <pc:chgData name="Cooper Wolf" userId="c8315c998c98f914" providerId="Windows Live" clId="Web-{E5607F5E-E042-8DFA-22C3-5811209713F7}" dt="2025-04-29T16:58:17.559" v="627"/>
        <pc:sldMkLst>
          <pc:docMk/>
          <pc:sldMk cId="2292232001" sldId="268"/>
        </pc:sldMkLst>
      </pc:sldChg>
      <pc:sldChg chg="del">
        <pc:chgData name="Cooper Wolf" userId="c8315c998c98f914" providerId="Windows Live" clId="Web-{E5607F5E-E042-8DFA-22C3-5811209713F7}" dt="2025-04-29T16:58:23.153" v="629"/>
        <pc:sldMkLst>
          <pc:docMk/>
          <pc:sldMk cId="3041322731" sldId="269"/>
        </pc:sldMkLst>
      </pc:sldChg>
      <pc:sldChg chg="del">
        <pc:chgData name="Cooper Wolf" userId="c8315c998c98f914" providerId="Windows Live" clId="Web-{E5607F5E-E042-8DFA-22C3-5811209713F7}" dt="2025-04-29T16:58:20.684" v="628"/>
        <pc:sldMkLst>
          <pc:docMk/>
          <pc:sldMk cId="4098198360" sldId="282"/>
        </pc:sldMkLst>
      </pc:sldChg>
      <pc:sldChg chg="del">
        <pc:chgData name="Cooper Wolf" userId="c8315c998c98f914" providerId="Windows Live" clId="Web-{E5607F5E-E042-8DFA-22C3-5811209713F7}" dt="2025-04-29T17:05:33.527" v="645"/>
        <pc:sldMkLst>
          <pc:docMk/>
          <pc:sldMk cId="1167381600" sldId="292"/>
        </pc:sldMkLst>
      </pc:sldChg>
      <pc:sldChg chg="del">
        <pc:chgData name="Cooper Wolf" userId="c8315c998c98f914" providerId="Windows Live" clId="Web-{E5607F5E-E042-8DFA-22C3-5811209713F7}" dt="2025-04-29T16:58:25.091" v="630"/>
        <pc:sldMkLst>
          <pc:docMk/>
          <pc:sldMk cId="35394364" sldId="316"/>
        </pc:sldMkLst>
      </pc:sldChg>
      <pc:sldChg chg="del">
        <pc:chgData name="Cooper Wolf" userId="c8315c998c98f914" providerId="Windows Live" clId="Web-{E5607F5E-E042-8DFA-22C3-5811209713F7}" dt="2025-04-29T16:55:31.882" v="579"/>
        <pc:sldMkLst>
          <pc:docMk/>
          <pc:sldMk cId="2497830994" sldId="317"/>
        </pc:sldMkLst>
      </pc:sldChg>
      <pc:sldChg chg="del">
        <pc:chgData name="Cooper Wolf" userId="c8315c998c98f914" providerId="Windows Live" clId="Web-{E5607F5E-E042-8DFA-22C3-5811209713F7}" dt="2025-04-29T16:58:27.966" v="631"/>
        <pc:sldMkLst>
          <pc:docMk/>
          <pc:sldMk cId="3568682878" sldId="323"/>
        </pc:sldMkLst>
      </pc:sldChg>
      <pc:sldChg chg="del">
        <pc:chgData name="Cooper Wolf" userId="c8315c998c98f914" providerId="Windows Live" clId="Web-{E5607F5E-E042-8DFA-22C3-5811209713F7}" dt="2025-04-29T16:55:34.757" v="580"/>
        <pc:sldMkLst>
          <pc:docMk/>
          <pc:sldMk cId="3498390722" sldId="340"/>
        </pc:sldMkLst>
      </pc:sldChg>
      <pc:sldChg chg="del">
        <pc:chgData name="Cooper Wolf" userId="c8315c998c98f914" providerId="Windows Live" clId="Web-{E5607F5E-E042-8DFA-22C3-5811209713F7}" dt="2025-04-29T16:55:37.132" v="581"/>
        <pc:sldMkLst>
          <pc:docMk/>
          <pc:sldMk cId="3686292652" sldId="341"/>
        </pc:sldMkLst>
      </pc:sldChg>
      <pc:sldChg chg="del">
        <pc:chgData name="Cooper Wolf" userId="c8315c998c98f914" providerId="Windows Live" clId="Web-{E5607F5E-E042-8DFA-22C3-5811209713F7}" dt="2025-04-29T16:58:42.216" v="636"/>
        <pc:sldMkLst>
          <pc:docMk/>
          <pc:sldMk cId="2792331683" sldId="343"/>
        </pc:sldMkLst>
      </pc:sldChg>
      <pc:sldChg chg="del">
        <pc:chgData name="Cooper Wolf" userId="c8315c998c98f914" providerId="Windows Live" clId="Web-{E5607F5E-E042-8DFA-22C3-5811209713F7}" dt="2025-04-29T16:58:48.217" v="638"/>
        <pc:sldMkLst>
          <pc:docMk/>
          <pc:sldMk cId="3485708109" sldId="344"/>
        </pc:sldMkLst>
      </pc:sldChg>
      <pc:sldChg chg="del">
        <pc:chgData name="Cooper Wolf" userId="c8315c998c98f914" providerId="Windows Live" clId="Web-{E5607F5E-E042-8DFA-22C3-5811209713F7}" dt="2025-04-29T16:58:52.904" v="639"/>
        <pc:sldMkLst>
          <pc:docMk/>
          <pc:sldMk cId="1392549796" sldId="345"/>
        </pc:sldMkLst>
      </pc:sldChg>
      <pc:sldChg chg="del">
        <pc:chgData name="Cooper Wolf" userId="c8315c998c98f914" providerId="Windows Live" clId="Web-{E5607F5E-E042-8DFA-22C3-5811209713F7}" dt="2025-04-29T16:58:55.170" v="640"/>
        <pc:sldMkLst>
          <pc:docMk/>
          <pc:sldMk cId="3999595076" sldId="346"/>
        </pc:sldMkLst>
      </pc:sldChg>
      <pc:sldChg chg="del">
        <pc:chgData name="Cooper Wolf" userId="c8315c998c98f914" providerId="Windows Live" clId="Web-{E5607F5E-E042-8DFA-22C3-5811209713F7}" dt="2025-04-29T16:59:04.592" v="643"/>
        <pc:sldMkLst>
          <pc:docMk/>
          <pc:sldMk cId="1298920522" sldId="347"/>
        </pc:sldMkLst>
      </pc:sldChg>
      <pc:sldChg chg="del">
        <pc:chgData name="Cooper Wolf" userId="c8315c998c98f914" providerId="Windows Live" clId="Web-{E5607F5E-E042-8DFA-22C3-5811209713F7}" dt="2025-04-29T17:05:29.886" v="644"/>
        <pc:sldMkLst>
          <pc:docMk/>
          <pc:sldMk cId="2290001790" sldId="350"/>
        </pc:sldMkLst>
      </pc:sldChg>
      <pc:sldChg chg="del">
        <pc:chgData name="Cooper Wolf" userId="c8315c998c98f914" providerId="Windows Live" clId="Web-{E5607F5E-E042-8DFA-22C3-5811209713F7}" dt="2025-04-29T16:55:41.367" v="582"/>
        <pc:sldMkLst>
          <pc:docMk/>
          <pc:sldMk cId="534007581" sldId="357"/>
        </pc:sldMkLst>
      </pc:sldChg>
      <pc:sldChg chg="del">
        <pc:chgData name="Cooper Wolf" userId="c8315c998c98f914" providerId="Windows Live" clId="Web-{E5607F5E-E042-8DFA-22C3-5811209713F7}" dt="2025-04-29T16:58:32.669" v="632"/>
        <pc:sldMkLst>
          <pc:docMk/>
          <pc:sldMk cId="295332384" sldId="358"/>
        </pc:sldMkLst>
      </pc:sldChg>
      <pc:sldChg chg="del">
        <pc:chgData name="Cooper Wolf" userId="c8315c998c98f914" providerId="Windows Live" clId="Web-{E5607F5E-E042-8DFA-22C3-5811209713F7}" dt="2025-04-29T16:58:37.310" v="633"/>
        <pc:sldMkLst>
          <pc:docMk/>
          <pc:sldMk cId="2955357652" sldId="359"/>
        </pc:sldMkLst>
      </pc:sldChg>
      <pc:sldChg chg="del">
        <pc:chgData name="Cooper Wolf" userId="c8315c998c98f914" providerId="Windows Live" clId="Web-{E5607F5E-E042-8DFA-22C3-5811209713F7}" dt="2025-04-29T16:58:38.435" v="634"/>
        <pc:sldMkLst>
          <pc:docMk/>
          <pc:sldMk cId="4251681936" sldId="360"/>
        </pc:sldMkLst>
      </pc:sldChg>
      <pc:sldChg chg="del">
        <pc:chgData name="Cooper Wolf" userId="c8315c998c98f914" providerId="Windows Live" clId="Web-{E5607F5E-E042-8DFA-22C3-5811209713F7}" dt="2025-04-29T16:58:40.576" v="635"/>
        <pc:sldMkLst>
          <pc:docMk/>
          <pc:sldMk cId="4071547939" sldId="361"/>
        </pc:sldMkLst>
      </pc:sldChg>
      <pc:sldChg chg="del">
        <pc:chgData name="Cooper Wolf" userId="c8315c998c98f914" providerId="Windows Live" clId="Web-{E5607F5E-E042-8DFA-22C3-5811209713F7}" dt="2025-04-29T16:58:57.826" v="641"/>
        <pc:sldMkLst>
          <pc:docMk/>
          <pc:sldMk cId="3523953768" sldId="370"/>
        </pc:sldMkLst>
      </pc:sldChg>
      <pc:sldChg chg="del">
        <pc:chgData name="Cooper Wolf" userId="c8315c998c98f914" providerId="Windows Live" clId="Web-{E5607F5E-E042-8DFA-22C3-5811209713F7}" dt="2025-04-29T16:58:44.763" v="637"/>
        <pc:sldMkLst>
          <pc:docMk/>
          <pc:sldMk cId="2007751473" sldId="371"/>
        </pc:sldMkLst>
      </pc:sldChg>
      <pc:sldChg chg="del">
        <pc:chgData name="Cooper Wolf" userId="c8315c998c98f914" providerId="Windows Live" clId="Web-{E5607F5E-E042-8DFA-22C3-5811209713F7}" dt="2025-04-29T16:59:01.217" v="642"/>
        <pc:sldMkLst>
          <pc:docMk/>
          <pc:sldMk cId="575253321" sldId="372"/>
        </pc:sldMkLst>
      </pc:sldChg>
      <pc:sldChg chg="addSp modSp addAnim delAnim modAnim">
        <pc:chgData name="Cooper Wolf" userId="c8315c998c98f914" providerId="Windows Live" clId="Web-{E5607F5E-E042-8DFA-22C3-5811209713F7}" dt="2025-04-29T16:43:34.530" v="403"/>
        <pc:sldMkLst>
          <pc:docMk/>
          <pc:sldMk cId="828071449" sldId="379"/>
        </pc:sldMkLst>
        <pc:spChg chg="mod">
          <ac:chgData name="Cooper Wolf" userId="c8315c998c98f914" providerId="Windows Live" clId="Web-{E5607F5E-E042-8DFA-22C3-5811209713F7}" dt="2025-04-29T16:26:03.511" v="151" actId="1076"/>
          <ac:spMkLst>
            <pc:docMk/>
            <pc:sldMk cId="828071449" sldId="379"/>
            <ac:spMk id="3" creationId="{7C1BF2AB-5360-D29D-5D98-C6C709435F37}"/>
          </ac:spMkLst>
        </pc:spChg>
        <pc:graphicFrameChg chg="mod modGraphic">
          <ac:chgData name="Cooper Wolf" userId="c8315c998c98f914" providerId="Windows Live" clId="Web-{E5607F5E-E042-8DFA-22C3-5811209713F7}" dt="2025-04-29T16:43:34.530" v="403"/>
          <ac:graphicFrameMkLst>
            <pc:docMk/>
            <pc:sldMk cId="828071449" sldId="379"/>
            <ac:graphicFrameMk id="5" creationId="{495E492C-738C-F3D7-987A-E43F8B5D03D0}"/>
          </ac:graphicFrameMkLst>
        </pc:graphicFrameChg>
        <pc:picChg chg="add mod">
          <ac:chgData name="Cooper Wolf" userId="c8315c998c98f914" providerId="Windows Live" clId="Web-{E5607F5E-E042-8DFA-22C3-5811209713F7}" dt="2025-04-29T16:32:30.914" v="365" actId="1076"/>
          <ac:picMkLst>
            <pc:docMk/>
            <pc:sldMk cId="828071449" sldId="379"/>
            <ac:picMk id="4" creationId="{4A3E5F48-74CD-E5E6-D7A8-2ED6F7C6DBCF}"/>
          </ac:picMkLst>
        </pc:picChg>
        <pc:picChg chg="add mod">
          <ac:chgData name="Cooper Wolf" userId="c8315c998c98f914" providerId="Windows Live" clId="Web-{E5607F5E-E042-8DFA-22C3-5811209713F7}" dt="2025-04-29T16:41:34.979" v="399" actId="1076"/>
          <ac:picMkLst>
            <pc:docMk/>
            <pc:sldMk cId="828071449" sldId="379"/>
            <ac:picMk id="6" creationId="{74D63C03-6BFB-1ECA-FBB1-B2387E852FB2}"/>
          </ac:picMkLst>
        </pc:picChg>
        <pc:picChg chg="add mod">
          <ac:chgData name="Cooper Wolf" userId="c8315c998c98f914" providerId="Windows Live" clId="Web-{E5607F5E-E042-8DFA-22C3-5811209713F7}" dt="2025-04-29T16:41:38.792" v="400" actId="1076"/>
          <ac:picMkLst>
            <pc:docMk/>
            <pc:sldMk cId="828071449" sldId="379"/>
            <ac:picMk id="7" creationId="{5C5236C3-FA92-9338-7310-709DF037CB07}"/>
          </ac:picMkLst>
        </pc:picChg>
      </pc:sldChg>
      <pc:sldChg chg="addSp modSp addAnim modAnim">
        <pc:chgData name="Cooper Wolf" userId="c8315c998c98f914" providerId="Windows Live" clId="Web-{E5607F5E-E042-8DFA-22C3-5811209713F7}" dt="2025-04-29T16:51:25.967" v="422"/>
        <pc:sldMkLst>
          <pc:docMk/>
          <pc:sldMk cId="1810555064" sldId="380"/>
        </pc:sldMkLst>
        <pc:graphicFrameChg chg="mod modGraphic">
          <ac:chgData name="Cooper Wolf" userId="c8315c998c98f914" providerId="Windows Live" clId="Web-{E5607F5E-E042-8DFA-22C3-5811209713F7}" dt="2025-04-29T16:25:36.103" v="147"/>
          <ac:graphicFrameMkLst>
            <pc:docMk/>
            <pc:sldMk cId="1810555064" sldId="380"/>
            <ac:graphicFrameMk id="5" creationId="{3D1339C9-122E-8DC3-7DDC-2B7041976DAF}"/>
          </ac:graphicFrameMkLst>
        </pc:graphicFrameChg>
        <pc:picChg chg="add mod">
          <ac:chgData name="Cooper Wolf" userId="c8315c998c98f914" providerId="Windows Live" clId="Web-{E5607F5E-E042-8DFA-22C3-5811209713F7}" dt="2025-04-29T16:45:29.362" v="410" actId="14100"/>
          <ac:picMkLst>
            <pc:docMk/>
            <pc:sldMk cId="1810555064" sldId="380"/>
            <ac:picMk id="4" creationId="{E3842D05-A065-6E01-0D29-AFCF7A4BF058}"/>
          </ac:picMkLst>
        </pc:picChg>
        <pc:picChg chg="add mod modCrop">
          <ac:chgData name="Cooper Wolf" userId="c8315c998c98f914" providerId="Windows Live" clId="Web-{E5607F5E-E042-8DFA-22C3-5811209713F7}" dt="2025-04-29T16:51:06.654" v="419" actId="14100"/>
          <ac:picMkLst>
            <pc:docMk/>
            <pc:sldMk cId="1810555064" sldId="380"/>
            <ac:picMk id="6" creationId="{AF8A1B06-9162-7A42-A2D3-047034AF0441}"/>
          </ac:picMkLst>
        </pc:picChg>
      </pc:sldChg>
      <pc:sldChg chg="addSp delSp modSp add replId">
        <pc:chgData name="Cooper Wolf" userId="c8315c998c98f914" providerId="Windows Live" clId="Web-{E5607F5E-E042-8DFA-22C3-5811209713F7}" dt="2025-04-29T16:57:36.292" v="626" actId="20577"/>
        <pc:sldMkLst>
          <pc:docMk/>
          <pc:sldMk cId="878183119" sldId="391"/>
        </pc:sldMkLst>
        <pc:spChg chg="mod">
          <ac:chgData name="Cooper Wolf" userId="c8315c998c98f914" providerId="Windows Live" clId="Web-{E5607F5E-E042-8DFA-22C3-5811209713F7}" dt="2025-04-29T16:52:23.954" v="426" actId="20577"/>
          <ac:spMkLst>
            <pc:docMk/>
            <pc:sldMk cId="878183119" sldId="391"/>
            <ac:spMk id="2" creationId="{1C076E07-32D4-1571-E8EA-CE488F4C6F97}"/>
          </ac:spMkLst>
        </pc:spChg>
        <pc:spChg chg="mod">
          <ac:chgData name="Cooper Wolf" userId="c8315c998c98f914" providerId="Windows Live" clId="Web-{E5607F5E-E042-8DFA-22C3-5811209713F7}" dt="2025-04-29T16:52:31.017" v="431" actId="20577"/>
          <ac:spMkLst>
            <pc:docMk/>
            <pc:sldMk cId="878183119" sldId="391"/>
            <ac:spMk id="3" creationId="{FDB9C7F3-ED7F-44EA-12BC-6E1845159200}"/>
          </ac:spMkLst>
        </pc:spChg>
        <pc:spChg chg="mod">
          <ac:chgData name="Cooper Wolf" userId="c8315c998c98f914" providerId="Windows Live" clId="Web-{E5607F5E-E042-8DFA-22C3-5811209713F7}" dt="2025-04-29T16:57:36.292" v="626" actId="20577"/>
          <ac:spMkLst>
            <pc:docMk/>
            <pc:sldMk cId="878183119" sldId="391"/>
            <ac:spMk id="4" creationId="{2CF920F5-1048-0F86-C2D0-D57C94BF81E3}"/>
          </ac:spMkLst>
        </pc:spChg>
        <pc:spChg chg="mod">
          <ac:chgData name="Cooper Wolf" userId="c8315c998c98f914" providerId="Windows Live" clId="Web-{E5607F5E-E042-8DFA-22C3-5811209713F7}" dt="2025-04-29T16:57:32.652" v="617" actId="20577"/>
          <ac:spMkLst>
            <pc:docMk/>
            <pc:sldMk cId="878183119" sldId="391"/>
            <ac:spMk id="6" creationId="{C1B80861-7EF3-C522-E190-6ED55D305873}"/>
          </ac:spMkLst>
        </pc:spChg>
        <pc:spChg chg="mod">
          <ac:chgData name="Cooper Wolf" userId="c8315c998c98f914" providerId="Windows Live" clId="Web-{E5607F5E-E042-8DFA-22C3-5811209713F7}" dt="2025-04-29T16:52:28.079" v="428" actId="20577"/>
          <ac:spMkLst>
            <pc:docMk/>
            <pc:sldMk cId="878183119" sldId="391"/>
            <ac:spMk id="7" creationId="{6372E546-2D2E-65E9-51EA-F74316959581}"/>
          </ac:spMkLst>
        </pc:spChg>
        <pc:spChg chg="mod">
          <ac:chgData name="Cooper Wolf" userId="c8315c998c98f914" providerId="Windows Live" clId="Web-{E5607F5E-E042-8DFA-22C3-5811209713F7}" dt="2025-04-29T16:56:51.916" v="597" actId="20577"/>
          <ac:spMkLst>
            <pc:docMk/>
            <pc:sldMk cId="878183119" sldId="391"/>
            <ac:spMk id="8" creationId="{4664DE77-2E97-D895-AC57-E3EA2613D5E0}"/>
          </ac:spMkLst>
        </pc:spChg>
        <pc:spChg chg="add del mod">
          <ac:chgData name="Cooper Wolf" userId="c8315c998c98f914" providerId="Windows Live" clId="Web-{E5607F5E-E042-8DFA-22C3-5811209713F7}" dt="2025-04-29T16:53:36.425" v="478"/>
          <ac:spMkLst>
            <pc:docMk/>
            <pc:sldMk cId="878183119" sldId="391"/>
            <ac:spMk id="9" creationId="{D50DE0AB-E5F4-C4B7-5947-77DBF89DDA26}"/>
          </ac:spMkLst>
        </pc:spChg>
      </pc:sldChg>
    </pc:docChg>
  </pc:docChgLst>
  <pc:docChgLst>
    <pc:chgData name="Guest User" providerId="Windows Live" clId="Web-{09FD5ED1-8F9F-CA5B-5546-C15F5432A992}"/>
    <pc:docChg chg="addSld delSld modSld sldOrd">
      <pc:chgData name="Guest User" userId="" providerId="Windows Live" clId="Web-{09FD5ED1-8F9F-CA5B-5546-C15F5432A992}" dt="2025-04-29T20:33:10.630" v="601"/>
      <pc:docMkLst>
        <pc:docMk/>
      </pc:docMkLst>
      <pc:sldChg chg="delSp ord">
        <pc:chgData name="Guest User" userId="" providerId="Windows Live" clId="Web-{09FD5ED1-8F9F-CA5B-5546-C15F5432A992}" dt="2025-04-29T20:33:10.630" v="601"/>
        <pc:sldMkLst>
          <pc:docMk/>
          <pc:sldMk cId="946821859" sldId="374"/>
        </pc:sldMkLst>
        <pc:picChg chg="del">
          <ac:chgData name="Guest User" userId="" providerId="Windows Live" clId="Web-{09FD5ED1-8F9F-CA5B-5546-C15F5432A992}" dt="2025-04-29T20:32:52.442" v="598"/>
          <ac:picMkLst>
            <pc:docMk/>
            <pc:sldMk cId="946821859" sldId="374"/>
            <ac:picMk id="1026" creationId="{B84272F2-3B50-8548-A0E6-CA53471297D1}"/>
          </ac:picMkLst>
        </pc:picChg>
      </pc:sldChg>
      <pc:sldChg chg="del">
        <pc:chgData name="Guest User" userId="" providerId="Windows Live" clId="Web-{09FD5ED1-8F9F-CA5B-5546-C15F5432A992}" dt="2025-04-29T20:32:55.677" v="599"/>
        <pc:sldMkLst>
          <pc:docMk/>
          <pc:sldMk cId="2221258112" sldId="375"/>
        </pc:sldMkLst>
      </pc:sldChg>
      <pc:sldChg chg="modSp">
        <pc:chgData name="Guest User" userId="" providerId="Windows Live" clId="Web-{09FD5ED1-8F9F-CA5B-5546-C15F5432A992}" dt="2025-04-29T19:58:34.504" v="6"/>
        <pc:sldMkLst>
          <pc:docMk/>
          <pc:sldMk cId="3641014263" sldId="386"/>
        </pc:sldMkLst>
        <pc:graphicFrameChg chg="mod modGraphic">
          <ac:chgData name="Guest User" userId="" providerId="Windows Live" clId="Web-{09FD5ED1-8F9F-CA5B-5546-C15F5432A992}" dt="2025-04-29T19:58:34.504" v="6"/>
          <ac:graphicFrameMkLst>
            <pc:docMk/>
            <pc:sldMk cId="3641014263" sldId="386"/>
            <ac:graphicFrameMk id="4" creationId="{B98B094F-B3B7-1EDC-AAA3-0EB0DB1261ED}"/>
          </ac:graphicFrameMkLst>
        </pc:graphicFrameChg>
      </pc:sldChg>
      <pc:sldChg chg="modSp">
        <pc:chgData name="Guest User" userId="" providerId="Windows Live" clId="Web-{09FD5ED1-8F9F-CA5B-5546-C15F5432A992}" dt="2025-04-29T20:03:33.754" v="70" actId="20577"/>
        <pc:sldMkLst>
          <pc:docMk/>
          <pc:sldMk cId="2149160335" sldId="392"/>
        </pc:sldMkLst>
        <pc:spChg chg="mod">
          <ac:chgData name="Guest User" userId="" providerId="Windows Live" clId="Web-{09FD5ED1-8F9F-CA5B-5546-C15F5432A992}" dt="2025-04-29T20:03:33.754" v="70" actId="20577"/>
          <ac:spMkLst>
            <pc:docMk/>
            <pc:sldMk cId="2149160335" sldId="392"/>
            <ac:spMk id="3" creationId="{06EAE463-8377-D58B-87C4-2FB3A88733FA}"/>
          </ac:spMkLst>
        </pc:spChg>
        <pc:graphicFrameChg chg="mod modGraphic">
          <ac:chgData name="Guest User" userId="" providerId="Windows Live" clId="Web-{09FD5ED1-8F9F-CA5B-5546-C15F5432A992}" dt="2025-04-29T19:59:01.566" v="12"/>
          <ac:graphicFrameMkLst>
            <pc:docMk/>
            <pc:sldMk cId="2149160335" sldId="392"/>
            <ac:graphicFrameMk id="4" creationId="{C455C02F-C0BA-C201-8976-819F3C556908}"/>
          </ac:graphicFrameMkLst>
        </pc:graphicFrameChg>
      </pc:sldChg>
      <pc:sldChg chg="addSp delSp modSp">
        <pc:chgData name="Guest User" userId="" providerId="Windows Live" clId="Web-{09FD5ED1-8F9F-CA5B-5546-C15F5432A992}" dt="2025-04-29T20:05:28.426" v="174"/>
        <pc:sldMkLst>
          <pc:docMk/>
          <pc:sldMk cId="1237155009" sldId="393"/>
        </pc:sldMkLst>
        <pc:spChg chg="mod">
          <ac:chgData name="Guest User" userId="" providerId="Windows Live" clId="Web-{09FD5ED1-8F9F-CA5B-5546-C15F5432A992}" dt="2025-04-29T20:03:42.285" v="73" actId="20577"/>
          <ac:spMkLst>
            <pc:docMk/>
            <pc:sldMk cId="1237155009" sldId="393"/>
            <ac:spMk id="3" creationId="{9F229B79-BCD9-AD3C-0798-7226F9F3ED9A}"/>
          </ac:spMkLst>
        </pc:spChg>
        <pc:spChg chg="add del mod">
          <ac:chgData name="Guest User" userId="" providerId="Windows Live" clId="Web-{09FD5ED1-8F9F-CA5B-5546-C15F5432A992}" dt="2025-04-29T19:59:43.129" v="16"/>
          <ac:spMkLst>
            <pc:docMk/>
            <pc:sldMk cId="1237155009" sldId="393"/>
            <ac:spMk id="5" creationId="{CA0FEDE6-2A29-C498-4362-D6E7AC2F1291}"/>
          </ac:spMkLst>
        </pc:spChg>
        <pc:graphicFrameChg chg="mod modGraphic">
          <ac:chgData name="Guest User" userId="" providerId="Windows Live" clId="Web-{09FD5ED1-8F9F-CA5B-5546-C15F5432A992}" dt="2025-04-29T20:05:28.426" v="174"/>
          <ac:graphicFrameMkLst>
            <pc:docMk/>
            <pc:sldMk cId="1237155009" sldId="393"/>
            <ac:graphicFrameMk id="4" creationId="{83F55D89-9595-593C-873C-3C4578A8B4D1}"/>
          </ac:graphicFrameMkLst>
        </pc:graphicFrameChg>
      </pc:sldChg>
      <pc:sldChg chg="modSp add replId">
        <pc:chgData name="Guest User" userId="" providerId="Windows Live" clId="Web-{09FD5ED1-8F9F-CA5B-5546-C15F5432A992}" dt="2025-04-29T20:09:33.926" v="597"/>
        <pc:sldMkLst>
          <pc:docMk/>
          <pc:sldMk cId="1356831077" sldId="395"/>
        </pc:sldMkLst>
        <pc:spChg chg="mod">
          <ac:chgData name="Guest User" userId="" providerId="Windows Live" clId="Web-{09FD5ED1-8F9F-CA5B-5546-C15F5432A992}" dt="2025-04-29T20:04:03.926" v="78" actId="14100"/>
          <ac:spMkLst>
            <pc:docMk/>
            <pc:sldMk cId="1356831077" sldId="395"/>
            <ac:spMk id="3" creationId="{DF012F77-26E2-1712-0D6A-323FD471FF19}"/>
          </ac:spMkLst>
        </pc:spChg>
        <pc:graphicFrameChg chg="mod modGraphic">
          <ac:chgData name="Guest User" userId="" providerId="Windows Live" clId="Web-{09FD5ED1-8F9F-CA5B-5546-C15F5432A992}" dt="2025-04-29T20:09:33.926" v="597"/>
          <ac:graphicFrameMkLst>
            <pc:docMk/>
            <pc:sldMk cId="1356831077" sldId="395"/>
            <ac:graphicFrameMk id="4" creationId="{403A93C2-E6CE-BA56-868D-AE06881E4808}"/>
          </ac:graphicFrameMkLst>
        </pc:graphicFrameChg>
      </pc:sldChg>
    </pc:docChg>
  </pc:docChgLst>
  <pc:docChgLst>
    <pc:chgData name="Guest User" providerId="Windows Live" clId="Web-{FA8AA2D9-623B-E285-A219-D26C7E9D82B7}"/>
    <pc:docChg chg="addSld modSld">
      <pc:chgData name="Guest User" userId="" providerId="Windows Live" clId="Web-{FA8AA2D9-623B-E285-A219-D26C7E9D82B7}" dt="2025-04-29T17:14:42.510" v="2011"/>
      <pc:docMkLst>
        <pc:docMk/>
      </pc:docMkLst>
      <pc:sldChg chg="modSp">
        <pc:chgData name="Guest User" userId="" providerId="Windows Live" clId="Web-{FA8AA2D9-623B-E285-A219-D26C7E9D82B7}" dt="2025-04-29T16:35:33.315" v="2"/>
        <pc:sldMkLst>
          <pc:docMk/>
          <pc:sldMk cId="1810555064" sldId="380"/>
        </pc:sldMkLst>
        <pc:graphicFrameChg chg="mod modGraphic">
          <ac:chgData name="Guest User" userId="" providerId="Windows Live" clId="Web-{FA8AA2D9-623B-E285-A219-D26C7E9D82B7}" dt="2025-04-29T16:35:33.315" v="2"/>
          <ac:graphicFrameMkLst>
            <pc:docMk/>
            <pc:sldMk cId="1810555064" sldId="380"/>
            <ac:graphicFrameMk id="5" creationId="{3D1339C9-122E-8DC3-7DDC-2B7041976DAF}"/>
          </ac:graphicFrameMkLst>
        </pc:graphicFrameChg>
      </pc:sldChg>
      <pc:sldChg chg="modSp">
        <pc:chgData name="Guest User" userId="" providerId="Windows Live" clId="Web-{FA8AA2D9-623B-E285-A219-D26C7E9D82B7}" dt="2025-04-29T16:38:02.393" v="146"/>
        <pc:sldMkLst>
          <pc:docMk/>
          <pc:sldMk cId="1079776072" sldId="381"/>
        </pc:sldMkLst>
        <pc:spChg chg="mod">
          <ac:chgData name="Guest User" userId="" providerId="Windows Live" clId="Web-{FA8AA2D9-623B-E285-A219-D26C7E9D82B7}" dt="2025-04-29T16:36:28.752" v="14" actId="20577"/>
          <ac:spMkLst>
            <pc:docMk/>
            <pc:sldMk cId="1079776072" sldId="381"/>
            <ac:spMk id="2" creationId="{CA9EB655-7177-EC7A-14D1-A2C869A3F8B5}"/>
          </ac:spMkLst>
        </pc:spChg>
        <pc:graphicFrameChg chg="mod modGraphic">
          <ac:chgData name="Guest User" userId="" providerId="Windows Live" clId="Web-{FA8AA2D9-623B-E285-A219-D26C7E9D82B7}" dt="2025-04-29T16:38:02.393" v="146"/>
          <ac:graphicFrameMkLst>
            <pc:docMk/>
            <pc:sldMk cId="1079776072" sldId="381"/>
            <ac:graphicFrameMk id="158" creationId="{8486120F-6ACA-413C-96AF-FB764DFC95B5}"/>
          </ac:graphicFrameMkLst>
        </pc:graphicFrameChg>
      </pc:sldChg>
      <pc:sldChg chg="modSp">
        <pc:chgData name="Guest User" userId="" providerId="Windows Live" clId="Web-{FA8AA2D9-623B-E285-A219-D26C7E9D82B7}" dt="2025-04-29T16:39:09.878" v="166"/>
        <pc:sldMkLst>
          <pc:docMk/>
          <pc:sldMk cId="1466554245" sldId="383"/>
        </pc:sldMkLst>
        <pc:graphicFrameChg chg="mod modGraphic">
          <ac:chgData name="Guest User" userId="" providerId="Windows Live" clId="Web-{FA8AA2D9-623B-E285-A219-D26C7E9D82B7}" dt="2025-04-29T16:39:09.878" v="166"/>
          <ac:graphicFrameMkLst>
            <pc:docMk/>
            <pc:sldMk cId="1466554245" sldId="383"/>
            <ac:graphicFrameMk id="4" creationId="{4A60078D-EB01-7C8B-B6CC-D43E25058BC4}"/>
          </ac:graphicFrameMkLst>
        </pc:graphicFrameChg>
      </pc:sldChg>
      <pc:sldChg chg="modSp">
        <pc:chgData name="Guest User" userId="" providerId="Windows Live" clId="Web-{FA8AA2D9-623B-E285-A219-D26C7E9D82B7}" dt="2025-04-29T16:45:02.770" v="372"/>
        <pc:sldMkLst>
          <pc:docMk/>
          <pc:sldMk cId="2953618895" sldId="384"/>
        </pc:sldMkLst>
        <pc:graphicFrameChg chg="mod modGraphic">
          <ac:chgData name="Guest User" userId="" providerId="Windows Live" clId="Web-{FA8AA2D9-623B-E285-A219-D26C7E9D82B7}" dt="2025-04-29T16:45:02.770" v="372"/>
          <ac:graphicFrameMkLst>
            <pc:docMk/>
            <pc:sldMk cId="2953618895" sldId="384"/>
            <ac:graphicFrameMk id="4" creationId="{B191DFB5-2D37-1F01-0FC8-798BEB13C326}"/>
          </ac:graphicFrameMkLst>
        </pc:graphicFrameChg>
      </pc:sldChg>
      <pc:sldChg chg="modSp">
        <pc:chgData name="Guest User" userId="" providerId="Windows Live" clId="Web-{FA8AA2D9-623B-E285-A219-D26C7E9D82B7}" dt="2025-04-29T16:58:51.538" v="1131"/>
        <pc:sldMkLst>
          <pc:docMk/>
          <pc:sldMk cId="3641014263" sldId="386"/>
        </pc:sldMkLst>
        <pc:spChg chg="mod">
          <ac:chgData name="Guest User" userId="" providerId="Windows Live" clId="Web-{FA8AA2D9-623B-E285-A219-D26C7E9D82B7}" dt="2025-04-29T16:46:45.660" v="543" actId="1076"/>
          <ac:spMkLst>
            <pc:docMk/>
            <pc:sldMk cId="3641014263" sldId="386"/>
            <ac:spMk id="3" creationId="{AB724392-8F54-B18D-93EC-1E8C77C03EF9}"/>
          </ac:spMkLst>
        </pc:spChg>
        <pc:graphicFrameChg chg="mod modGraphic">
          <ac:chgData name="Guest User" userId="" providerId="Windows Live" clId="Web-{FA8AA2D9-623B-E285-A219-D26C7E9D82B7}" dt="2025-04-29T16:58:51.538" v="1131"/>
          <ac:graphicFrameMkLst>
            <pc:docMk/>
            <pc:sldMk cId="3641014263" sldId="386"/>
            <ac:graphicFrameMk id="4" creationId="{B98B094F-B3B7-1EDC-AAA3-0EB0DB1261ED}"/>
          </ac:graphicFrameMkLst>
        </pc:graphicFrameChg>
      </pc:sldChg>
      <pc:sldChg chg="modSp add replId">
        <pc:chgData name="Guest User" userId="" providerId="Windows Live" clId="Web-{FA8AA2D9-623B-E285-A219-D26C7E9D82B7}" dt="2025-04-29T17:03:05.351" v="1341"/>
        <pc:sldMkLst>
          <pc:docMk/>
          <pc:sldMk cId="2149160335" sldId="392"/>
        </pc:sldMkLst>
        <pc:spChg chg="mod">
          <ac:chgData name="Guest User" userId="" providerId="Windows Live" clId="Web-{FA8AA2D9-623B-E285-A219-D26C7E9D82B7}" dt="2025-04-29T17:00:49.632" v="1310" actId="14100"/>
          <ac:spMkLst>
            <pc:docMk/>
            <pc:sldMk cId="2149160335" sldId="392"/>
            <ac:spMk id="2" creationId="{03C0AAD1-2C3C-F4C3-5893-54C0C0BCDEC6}"/>
          </ac:spMkLst>
        </pc:spChg>
        <pc:spChg chg="mod">
          <ac:chgData name="Guest User" userId="" providerId="Windows Live" clId="Web-{FA8AA2D9-623B-E285-A219-D26C7E9D82B7}" dt="2025-04-29T17:00:46.210" v="1308" actId="1076"/>
          <ac:spMkLst>
            <pc:docMk/>
            <pc:sldMk cId="2149160335" sldId="392"/>
            <ac:spMk id="3" creationId="{06EAE463-8377-D58B-87C4-2FB3A88733FA}"/>
          </ac:spMkLst>
        </pc:spChg>
        <pc:graphicFrameChg chg="mod modGraphic">
          <ac:chgData name="Guest User" userId="" providerId="Windows Live" clId="Web-{FA8AA2D9-623B-E285-A219-D26C7E9D82B7}" dt="2025-04-29T17:03:05.351" v="1341"/>
          <ac:graphicFrameMkLst>
            <pc:docMk/>
            <pc:sldMk cId="2149160335" sldId="392"/>
            <ac:graphicFrameMk id="4" creationId="{C455C02F-C0BA-C201-8976-819F3C556908}"/>
          </ac:graphicFrameMkLst>
        </pc:graphicFrameChg>
      </pc:sldChg>
      <pc:sldChg chg="modSp add replId">
        <pc:chgData name="Guest User" userId="" providerId="Windows Live" clId="Web-{FA8AA2D9-623B-E285-A219-D26C7E9D82B7}" dt="2025-04-29T17:14:42.510" v="2011"/>
        <pc:sldMkLst>
          <pc:docMk/>
          <pc:sldMk cId="1237155009" sldId="393"/>
        </pc:sldMkLst>
        <pc:graphicFrameChg chg="mod modGraphic">
          <ac:chgData name="Guest User" userId="" providerId="Windows Live" clId="Web-{FA8AA2D9-623B-E285-A219-D26C7E9D82B7}" dt="2025-04-29T17:14:42.510" v="2011"/>
          <ac:graphicFrameMkLst>
            <pc:docMk/>
            <pc:sldMk cId="1237155009" sldId="393"/>
            <ac:graphicFrameMk id="4" creationId="{83F55D89-9595-593C-873C-3C4578A8B4D1}"/>
          </ac:graphicFrameMkLst>
        </pc:graphicFrameChg>
      </pc:sldChg>
    </pc:docChg>
  </pc:docChgLst>
  <pc:docChgLst>
    <pc:chgData name="Guest User" providerId="Windows Live" clId="Web-{2D231C7F-121D-2B19-A706-CA6C407DA610}"/>
    <pc:docChg chg="addSld modSld">
      <pc:chgData name="Guest User" userId="" providerId="Windows Live" clId="Web-{2D231C7F-121D-2B19-A706-CA6C407DA610}" dt="2025-04-29T04:34:38.576" v="13" actId="1076"/>
      <pc:docMkLst>
        <pc:docMk/>
      </pc:docMkLst>
      <pc:sldChg chg="addSp delSp modSp new">
        <pc:chgData name="Guest User" userId="" providerId="Windows Live" clId="Web-{2D231C7F-121D-2B19-A706-CA6C407DA610}" dt="2025-04-29T04:34:38.576" v="13" actId="1076"/>
        <pc:sldMkLst>
          <pc:docMk/>
          <pc:sldMk cId="1027772829" sldId="390"/>
        </pc:sldMkLst>
        <pc:spChg chg="mod">
          <ac:chgData name="Guest User" userId="" providerId="Windows Live" clId="Web-{2D231C7F-121D-2B19-A706-CA6C407DA610}" dt="2025-04-29T04:34:24.763" v="9" actId="20577"/>
          <ac:spMkLst>
            <pc:docMk/>
            <pc:sldMk cId="1027772829" sldId="390"/>
            <ac:spMk id="2" creationId="{F478507B-2DA4-48BA-2D20-6DBA6EBC9526}"/>
          </ac:spMkLst>
        </pc:spChg>
        <pc:spChg chg="del">
          <ac:chgData name="Guest User" userId="" providerId="Windows Live" clId="Web-{2D231C7F-121D-2B19-A706-CA6C407DA610}" dt="2025-04-29T04:34:29.232" v="10"/>
          <ac:spMkLst>
            <pc:docMk/>
            <pc:sldMk cId="1027772829" sldId="390"/>
            <ac:spMk id="3" creationId="{ECEEA9E8-96F9-64A8-2396-67A22CA44139}"/>
          </ac:spMkLst>
        </pc:spChg>
        <pc:picChg chg="add mod">
          <ac:chgData name="Guest User" userId="" providerId="Windows Live" clId="Web-{2D231C7F-121D-2B19-A706-CA6C407DA610}" dt="2025-04-29T04:34:38.576" v="13" actId="1076"/>
          <ac:picMkLst>
            <pc:docMk/>
            <pc:sldMk cId="1027772829" sldId="390"/>
            <ac:picMk id="4" creationId="{B707B59C-A5AF-2DE2-62B3-698E09059F12}"/>
          </ac:picMkLst>
        </pc:picChg>
      </pc:sldChg>
    </pc:docChg>
  </pc:docChgLst>
  <pc:docChgLst>
    <pc:chgData name="Guest User" providerId="Windows Live" clId="Web-{1785D1D5-781C-0ACC-C41B-9B7D4C087EA5}"/>
    <pc:docChg chg="modSld">
      <pc:chgData name="Guest User" userId="" providerId="Windows Live" clId="Web-{1785D1D5-781C-0ACC-C41B-9B7D4C087EA5}" dt="2025-05-02T15:41:43.873" v="6"/>
      <pc:docMkLst>
        <pc:docMk/>
      </pc:docMkLst>
      <pc:sldChg chg="addSp delSp modSp">
        <pc:chgData name="Guest User" userId="" providerId="Windows Live" clId="Web-{1785D1D5-781C-0ACC-C41B-9B7D4C087EA5}" dt="2025-05-02T15:41:43.873" v="6"/>
        <pc:sldMkLst>
          <pc:docMk/>
          <pc:sldMk cId="2794384871" sldId="389"/>
        </pc:sldMkLst>
        <pc:picChg chg="add del mod modCrop">
          <ac:chgData name="Guest User" userId="" providerId="Windows Live" clId="Web-{1785D1D5-781C-0ACC-C41B-9B7D4C087EA5}" dt="2025-05-02T15:41:43.873" v="6"/>
          <ac:picMkLst>
            <pc:docMk/>
            <pc:sldMk cId="2794384871" sldId="389"/>
            <ac:picMk id="3" creationId="{3C9828B4-2D23-BE6F-1423-516D97566401}"/>
          </ac:picMkLst>
        </pc:picChg>
        <pc:picChg chg="del">
          <ac:chgData name="Guest User" userId="" providerId="Windows Live" clId="Web-{1785D1D5-781C-0ACC-C41B-9B7D4C087EA5}" dt="2025-05-02T15:41:13.059" v="0"/>
          <ac:picMkLst>
            <pc:docMk/>
            <pc:sldMk cId="2794384871" sldId="389"/>
            <ac:picMk id="4" creationId="{21C1F6E1-CD23-2874-0315-BBDF63411E70}"/>
          </ac:picMkLst>
        </pc:picChg>
      </pc:sldChg>
    </pc:docChg>
  </pc:docChgLst>
  <pc:docChgLst>
    <pc:chgData name="Guest User" providerId="Windows Live" clId="Web-{92121998-58F9-4F5A-76F3-8A1A4683FCBF}"/>
    <pc:docChg chg="modSld sldOrd">
      <pc:chgData name="Guest User" userId="" providerId="Windows Live" clId="Web-{92121998-58F9-4F5A-76F3-8A1A4683FCBF}" dt="2025-05-02T19:02:24.983" v="227" actId="20577"/>
      <pc:docMkLst>
        <pc:docMk/>
      </pc:docMkLst>
      <pc:sldChg chg="modSp">
        <pc:chgData name="Guest User" userId="" providerId="Windows Live" clId="Web-{92121998-58F9-4F5A-76F3-8A1A4683FCBF}" dt="2025-05-02T19:01:20.108" v="214" actId="20577"/>
        <pc:sldMkLst>
          <pc:docMk/>
          <pc:sldMk cId="2953618895" sldId="384"/>
        </pc:sldMkLst>
        <pc:spChg chg="mod">
          <ac:chgData name="Guest User" userId="" providerId="Windows Live" clId="Web-{92121998-58F9-4F5A-76F3-8A1A4683FCBF}" dt="2025-05-02T19:01:20.108" v="214" actId="20577"/>
          <ac:spMkLst>
            <pc:docMk/>
            <pc:sldMk cId="2953618895" sldId="384"/>
            <ac:spMk id="2" creationId="{AC421AA8-4F68-CA14-EA9B-0D0963C9FE2A}"/>
          </ac:spMkLst>
        </pc:spChg>
        <pc:graphicFrameChg chg="mod">
          <ac:chgData name="Guest User" userId="" providerId="Windows Live" clId="Web-{92121998-58F9-4F5A-76F3-8A1A4683FCBF}" dt="2025-05-02T16:23:16.171" v="139" actId="1076"/>
          <ac:graphicFrameMkLst>
            <pc:docMk/>
            <pc:sldMk cId="2953618895" sldId="384"/>
            <ac:graphicFrameMk id="6" creationId="{C959499A-C752-510A-C431-93851ECE682C}"/>
          </ac:graphicFrameMkLst>
        </pc:graphicFrameChg>
      </pc:sldChg>
      <pc:sldChg chg="modSp">
        <pc:chgData name="Guest User" userId="" providerId="Windows Live" clId="Web-{92121998-58F9-4F5A-76F3-8A1A4683FCBF}" dt="2025-05-02T16:11:23.391" v="45"/>
        <pc:sldMkLst>
          <pc:docMk/>
          <pc:sldMk cId="4294843882" sldId="385"/>
        </pc:sldMkLst>
        <pc:spChg chg="mod">
          <ac:chgData name="Guest User" userId="" providerId="Windows Live" clId="Web-{92121998-58F9-4F5A-76F3-8A1A4683FCBF}" dt="2025-05-02T16:11:23.391" v="45"/>
          <ac:spMkLst>
            <pc:docMk/>
            <pc:sldMk cId="4294843882" sldId="385"/>
            <ac:spMk id="2" creationId="{93E17C90-C053-2C46-E5EF-50580658AF68}"/>
          </ac:spMkLst>
        </pc:spChg>
      </pc:sldChg>
      <pc:sldChg chg="modSp">
        <pc:chgData name="Guest User" userId="" providerId="Windows Live" clId="Web-{92121998-58F9-4F5A-76F3-8A1A4683FCBF}" dt="2025-05-02T16:25:00.053" v="208"/>
        <pc:sldMkLst>
          <pc:docMk/>
          <pc:sldMk cId="3641014263" sldId="386"/>
        </pc:sldMkLst>
        <pc:spChg chg="mod">
          <ac:chgData name="Guest User" userId="" providerId="Windows Live" clId="Web-{92121998-58F9-4F5A-76F3-8A1A4683FCBF}" dt="2025-05-02T16:12:19.660" v="93" actId="20577"/>
          <ac:spMkLst>
            <pc:docMk/>
            <pc:sldMk cId="3641014263" sldId="386"/>
            <ac:spMk id="2" creationId="{DB7888DF-17C3-62D0-7012-3ECB8D04EEBE}"/>
          </ac:spMkLst>
        </pc:spChg>
        <pc:graphicFrameChg chg="mod modGraphic">
          <ac:chgData name="Guest User" userId="" providerId="Windows Live" clId="Web-{92121998-58F9-4F5A-76F3-8A1A4683FCBF}" dt="2025-05-02T16:25:00.053" v="208"/>
          <ac:graphicFrameMkLst>
            <pc:docMk/>
            <pc:sldMk cId="3641014263" sldId="386"/>
            <ac:graphicFrameMk id="4" creationId="{B98B094F-B3B7-1EDC-AAA3-0EB0DB1261ED}"/>
          </ac:graphicFrameMkLst>
        </pc:graphicFrameChg>
      </pc:sldChg>
      <pc:sldChg chg="addSp modSp ord">
        <pc:chgData name="Guest User" userId="" providerId="Windows Live" clId="Web-{92121998-58F9-4F5A-76F3-8A1A4683FCBF}" dt="2025-05-02T16:10:02.229" v="3"/>
        <pc:sldMkLst>
          <pc:docMk/>
          <pc:sldMk cId="2794384871" sldId="389"/>
        </pc:sldMkLst>
        <pc:picChg chg="add mod">
          <ac:chgData name="Guest User" userId="" providerId="Windows Live" clId="Web-{92121998-58F9-4F5A-76F3-8A1A4683FCBF}" dt="2025-05-02T15:44:31.849" v="1" actId="1076"/>
          <ac:picMkLst>
            <pc:docMk/>
            <pc:sldMk cId="2794384871" sldId="389"/>
            <ac:picMk id="3" creationId="{DEE0BD1C-0CE7-EB7F-1C60-302AF8FAA9F6}"/>
          </ac:picMkLst>
        </pc:picChg>
      </pc:sldChg>
      <pc:sldChg chg="addSp delSp modSp">
        <pc:chgData name="Guest User" userId="" providerId="Windows Live" clId="Web-{92121998-58F9-4F5A-76F3-8A1A4683FCBF}" dt="2025-05-02T16:21:51.978" v="138"/>
        <pc:sldMkLst>
          <pc:docMk/>
          <pc:sldMk cId="1027772829" sldId="390"/>
        </pc:sldMkLst>
        <pc:picChg chg="del">
          <ac:chgData name="Guest User" userId="" providerId="Windows Live" clId="Web-{92121998-58F9-4F5A-76F3-8A1A4683FCBF}" dt="2025-05-02T16:21:50.056" v="137"/>
          <ac:picMkLst>
            <pc:docMk/>
            <pc:sldMk cId="1027772829" sldId="390"/>
            <ac:picMk id="3" creationId="{9DC95253-CD37-BE20-44B9-E128B250E053}"/>
          </ac:picMkLst>
        </pc:picChg>
        <pc:picChg chg="add mod">
          <ac:chgData name="Guest User" userId="" providerId="Windows Live" clId="Web-{92121998-58F9-4F5A-76F3-8A1A4683FCBF}" dt="2025-05-02T16:21:51.978" v="138"/>
          <ac:picMkLst>
            <pc:docMk/>
            <pc:sldMk cId="1027772829" sldId="390"/>
            <ac:picMk id="4" creationId="{ABDAC3BC-E4A2-DAA8-732A-028139499DAB}"/>
          </ac:picMkLst>
        </pc:picChg>
      </pc:sldChg>
      <pc:sldChg chg="modSp">
        <pc:chgData name="Guest User" userId="" providerId="Windows Live" clId="Web-{92121998-58F9-4F5A-76F3-8A1A4683FCBF}" dt="2025-05-02T19:02:24.983" v="227" actId="20577"/>
        <pc:sldMkLst>
          <pc:docMk/>
          <pc:sldMk cId="878183119" sldId="391"/>
        </pc:sldMkLst>
        <pc:spChg chg="mod">
          <ac:chgData name="Guest User" userId="" providerId="Windows Live" clId="Web-{92121998-58F9-4F5A-76F3-8A1A4683FCBF}" dt="2025-05-02T19:02:24.983" v="227" actId="20577"/>
          <ac:spMkLst>
            <pc:docMk/>
            <pc:sldMk cId="878183119" sldId="391"/>
            <ac:spMk id="8" creationId="{4664DE77-2E97-D895-AC57-E3EA2613D5E0}"/>
          </ac:spMkLst>
        </pc:spChg>
      </pc:sldChg>
      <pc:sldChg chg="addSp modSp addAnim delAnim modAnim">
        <pc:chgData name="Guest User" userId="" providerId="Windows Live" clId="Web-{92121998-58F9-4F5A-76F3-8A1A4683FCBF}" dt="2025-05-02T16:17:09.991" v="136" actId="1076"/>
        <pc:sldMkLst>
          <pc:docMk/>
          <pc:sldMk cId="2149160335" sldId="392"/>
        </pc:sldMkLst>
        <pc:spChg chg="mod">
          <ac:chgData name="Guest User" userId="" providerId="Windows Live" clId="Web-{92121998-58F9-4F5A-76F3-8A1A4683FCBF}" dt="2025-05-02T16:12:32.583" v="104" actId="20577"/>
          <ac:spMkLst>
            <pc:docMk/>
            <pc:sldMk cId="2149160335" sldId="392"/>
            <ac:spMk id="2" creationId="{03C0AAD1-2C3C-F4C3-5893-54C0C0BCDEC6}"/>
          </ac:spMkLst>
        </pc:spChg>
        <pc:spChg chg="mod">
          <ac:chgData name="Guest User" userId="" providerId="Windows Live" clId="Web-{92121998-58F9-4F5A-76F3-8A1A4683FCBF}" dt="2025-05-02T16:14:28.200" v="116" actId="1076"/>
          <ac:spMkLst>
            <pc:docMk/>
            <pc:sldMk cId="2149160335" sldId="392"/>
            <ac:spMk id="3" creationId="{06EAE463-8377-D58B-87C4-2FB3A88733FA}"/>
          </ac:spMkLst>
        </pc:spChg>
        <pc:graphicFrameChg chg="mod modGraphic">
          <ac:chgData name="Guest User" userId="" providerId="Windows Live" clId="Web-{92121998-58F9-4F5A-76F3-8A1A4683FCBF}" dt="2025-05-02T16:14:28.231" v="117" actId="1076"/>
          <ac:graphicFrameMkLst>
            <pc:docMk/>
            <pc:sldMk cId="2149160335" sldId="392"/>
            <ac:graphicFrameMk id="4" creationId="{C455C02F-C0BA-C201-8976-819F3C556908}"/>
          </ac:graphicFrameMkLst>
        </pc:graphicFrameChg>
        <pc:picChg chg="add mod">
          <ac:chgData name="Guest User" userId="" providerId="Windows Live" clId="Web-{92121998-58F9-4F5A-76F3-8A1A4683FCBF}" dt="2025-05-02T16:14:32.669" v="119" actId="1076"/>
          <ac:picMkLst>
            <pc:docMk/>
            <pc:sldMk cId="2149160335" sldId="392"/>
            <ac:picMk id="5" creationId="{9A2AA21C-B509-C295-A8D7-C0B22CFB8926}"/>
          </ac:picMkLst>
        </pc:picChg>
        <pc:picChg chg="add mod modCrop">
          <ac:chgData name="Guest User" userId="" providerId="Windows Live" clId="Web-{92121998-58F9-4F5A-76F3-8A1A4683FCBF}" dt="2025-05-02T16:17:09.991" v="136" actId="1076"/>
          <ac:picMkLst>
            <pc:docMk/>
            <pc:sldMk cId="2149160335" sldId="392"/>
            <ac:picMk id="6" creationId="{4DE473BE-690B-0445-ED42-1AAEE9D22BBD}"/>
          </ac:picMkLst>
        </pc:picChg>
      </pc:sldChg>
    </pc:docChg>
  </pc:docChgLst>
  <pc:docChgLst>
    <pc:chgData name="Guest User" providerId="Windows Live" clId="Web-{73541715-B9DC-87C5-22E9-20E07E048183}"/>
    <pc:docChg chg="addSld delSld modSld">
      <pc:chgData name="Guest User" userId="" providerId="Windows Live" clId="Web-{73541715-B9DC-87C5-22E9-20E07E048183}" dt="2025-04-28T22:27:13.054" v="55" actId="14100"/>
      <pc:docMkLst>
        <pc:docMk/>
      </pc:docMkLst>
      <pc:sldChg chg="addSp delSp modSp mod setBg">
        <pc:chgData name="Guest User" userId="" providerId="Windows Live" clId="Web-{73541715-B9DC-87C5-22E9-20E07E048183}" dt="2025-04-28T21:07:50.225" v="25"/>
        <pc:sldMkLst>
          <pc:docMk/>
          <pc:sldMk cId="1668291362" sldId="377"/>
        </pc:sldMkLst>
        <pc:spChg chg="mod">
          <ac:chgData name="Guest User" userId="" providerId="Windows Live" clId="Web-{73541715-B9DC-87C5-22E9-20E07E048183}" dt="2025-04-28T21:07:50.225" v="25"/>
          <ac:spMkLst>
            <pc:docMk/>
            <pc:sldMk cId="1668291362" sldId="377"/>
            <ac:spMk id="2" creationId="{2894A123-2004-5CF4-0746-871161129C74}"/>
          </ac:spMkLst>
        </pc:spChg>
        <pc:spChg chg="add del">
          <ac:chgData name="Guest User" userId="" providerId="Windows Live" clId="Web-{73541715-B9DC-87C5-22E9-20E07E048183}" dt="2025-04-28T21:07:50.225" v="25"/>
          <ac:spMkLst>
            <pc:docMk/>
            <pc:sldMk cId="1668291362" sldId="377"/>
            <ac:spMk id="3" creationId="{E3DD4D2B-9715-96C6-0893-C3D2E795F44D}"/>
          </ac:spMkLst>
        </pc:spChg>
      </pc:sldChg>
      <pc:sldChg chg="del">
        <pc:chgData name="Guest User" userId="" providerId="Windows Live" clId="Web-{73541715-B9DC-87C5-22E9-20E07E048183}" dt="2025-04-28T21:44:23.242" v="26"/>
        <pc:sldMkLst>
          <pc:docMk/>
          <pc:sldMk cId="2298826766" sldId="387"/>
        </pc:sldMkLst>
      </pc:sldChg>
      <pc:sldChg chg="addSp delSp modSp new">
        <pc:chgData name="Guest User" userId="" providerId="Windows Live" clId="Web-{73541715-B9DC-87C5-22E9-20E07E048183}" dt="2025-04-28T21:05:02.365" v="23" actId="14100"/>
        <pc:sldMkLst>
          <pc:docMk/>
          <pc:sldMk cId="453693260" sldId="388"/>
        </pc:sldMkLst>
        <pc:spChg chg="mod">
          <ac:chgData name="Guest User" userId="" providerId="Windows Live" clId="Web-{73541715-B9DC-87C5-22E9-20E07E048183}" dt="2025-04-28T21:05:02.365" v="23" actId="14100"/>
          <ac:spMkLst>
            <pc:docMk/>
            <pc:sldMk cId="453693260" sldId="388"/>
            <ac:spMk id="2" creationId="{2D3EB483-CEE6-12EA-CC17-D2AAB139361B}"/>
          </ac:spMkLst>
        </pc:spChg>
        <pc:picChg chg="add mod">
          <ac:chgData name="Guest User" userId="" providerId="Windows Live" clId="Web-{73541715-B9DC-87C5-22E9-20E07E048183}" dt="2025-04-28T21:04:43.740" v="3" actId="1076"/>
          <ac:picMkLst>
            <pc:docMk/>
            <pc:sldMk cId="453693260" sldId="388"/>
            <ac:picMk id="4" creationId="{347726A6-318E-D95A-B95A-0003F35B99B7}"/>
          </ac:picMkLst>
        </pc:picChg>
      </pc:sldChg>
      <pc:sldChg chg="addSp delSp modSp new">
        <pc:chgData name="Guest User" userId="" providerId="Windows Live" clId="Web-{73541715-B9DC-87C5-22E9-20E07E048183}" dt="2025-04-28T22:27:13.054" v="55" actId="14100"/>
        <pc:sldMkLst>
          <pc:docMk/>
          <pc:sldMk cId="2794384871" sldId="389"/>
        </pc:sldMkLst>
        <pc:spChg chg="mod">
          <ac:chgData name="Guest User" userId="" providerId="Windows Live" clId="Web-{73541715-B9DC-87C5-22E9-20E07E048183}" dt="2025-04-28T22:27:06.866" v="54" actId="1076"/>
          <ac:spMkLst>
            <pc:docMk/>
            <pc:sldMk cId="2794384871" sldId="389"/>
            <ac:spMk id="2" creationId="{06CE93B3-6B46-CC85-A885-A683AF6D654F}"/>
          </ac:spMkLst>
        </pc:spChg>
        <pc:picChg chg="add mod">
          <ac:chgData name="Guest User" userId="" providerId="Windows Live" clId="Web-{73541715-B9DC-87C5-22E9-20E07E048183}" dt="2025-04-28T22:27:13.054" v="55" actId="14100"/>
          <ac:picMkLst>
            <pc:docMk/>
            <pc:sldMk cId="2794384871" sldId="389"/>
            <ac:picMk id="4" creationId="{21C1F6E1-CD23-2874-0315-BBDF63411E70}"/>
          </ac:picMkLst>
        </pc:picChg>
      </pc:sldChg>
    </pc:docChg>
  </pc:docChgLst>
  <pc:docChgLst>
    <pc:chgData name="Guest User" providerId="Windows Live" clId="Web-{A2DBA411-FB23-6FC8-FAFC-F8FC77FB49C3}"/>
    <pc:docChg chg="addSld modSld">
      <pc:chgData name="Guest User" userId="" providerId="Windows Live" clId="Web-{A2DBA411-FB23-6FC8-FAFC-F8FC77FB49C3}" dt="2025-04-30T23:13:49.557" v="572" actId="1076"/>
      <pc:docMkLst>
        <pc:docMk/>
      </pc:docMkLst>
      <pc:sldChg chg="modSp">
        <pc:chgData name="Guest User" userId="" providerId="Windows Live" clId="Web-{A2DBA411-FB23-6FC8-FAFC-F8FC77FB49C3}" dt="2025-04-30T23:11:56.165" v="555" actId="14100"/>
        <pc:sldMkLst>
          <pc:docMk/>
          <pc:sldMk cId="635886479" sldId="373"/>
        </pc:sldMkLst>
        <pc:spChg chg="mod">
          <ac:chgData name="Guest User" userId="" providerId="Windows Live" clId="Web-{A2DBA411-FB23-6FC8-FAFC-F8FC77FB49C3}" dt="2025-04-30T23:11:56.165" v="555" actId="14100"/>
          <ac:spMkLst>
            <pc:docMk/>
            <pc:sldMk cId="635886479" sldId="373"/>
            <ac:spMk id="2" creationId="{4F5A869D-38B6-EE28-74B4-B8B95B3A1362}"/>
          </ac:spMkLst>
        </pc:spChg>
        <pc:spChg chg="mod">
          <ac:chgData name="Guest User" userId="" providerId="Windows Live" clId="Web-{A2DBA411-FB23-6FC8-FAFC-F8FC77FB49C3}" dt="2025-04-30T23:11:46.415" v="553" actId="14100"/>
          <ac:spMkLst>
            <pc:docMk/>
            <pc:sldMk cId="635886479" sldId="373"/>
            <ac:spMk id="3" creationId="{17CCC60D-7ECE-942F-EDD1-DD5883B1EF67}"/>
          </ac:spMkLst>
        </pc:spChg>
      </pc:sldChg>
      <pc:sldChg chg="modSp">
        <pc:chgData name="Guest User" userId="" providerId="Windows Live" clId="Web-{A2DBA411-FB23-6FC8-FAFC-F8FC77FB49C3}" dt="2025-04-30T23:11:14.789" v="548" actId="20577"/>
        <pc:sldMkLst>
          <pc:docMk/>
          <pc:sldMk cId="3078875172" sldId="376"/>
        </pc:sldMkLst>
        <pc:spChg chg="mod">
          <ac:chgData name="Guest User" userId="" providerId="Windows Live" clId="Web-{A2DBA411-FB23-6FC8-FAFC-F8FC77FB49C3}" dt="2025-04-30T23:11:14.789" v="548" actId="20577"/>
          <ac:spMkLst>
            <pc:docMk/>
            <pc:sldMk cId="3078875172" sldId="376"/>
            <ac:spMk id="3" creationId="{99D1CA85-F41B-F086-5489-9F1DF086864E}"/>
          </ac:spMkLst>
        </pc:spChg>
      </pc:sldChg>
      <pc:sldChg chg="modSp">
        <pc:chgData name="Guest User" userId="" providerId="Windows Live" clId="Web-{A2DBA411-FB23-6FC8-FAFC-F8FC77FB49C3}" dt="2025-04-30T23:08:38.100" v="517" actId="20577"/>
        <pc:sldMkLst>
          <pc:docMk/>
          <pc:sldMk cId="1668291362" sldId="377"/>
        </pc:sldMkLst>
        <pc:spChg chg="mod">
          <ac:chgData name="Guest User" userId="" providerId="Windows Live" clId="Web-{A2DBA411-FB23-6FC8-FAFC-F8FC77FB49C3}" dt="2025-04-30T23:08:38.100" v="517" actId="20577"/>
          <ac:spMkLst>
            <pc:docMk/>
            <pc:sldMk cId="1668291362" sldId="377"/>
            <ac:spMk id="3" creationId="{E3DD4D2B-9715-96C6-0893-C3D2E795F44D}"/>
          </ac:spMkLst>
        </pc:spChg>
      </pc:sldChg>
      <pc:sldChg chg="modSp">
        <pc:chgData name="Guest User" userId="" providerId="Windows Live" clId="Web-{A2DBA411-FB23-6FC8-FAFC-F8FC77FB49C3}" dt="2025-04-30T22:52:31.716" v="261" actId="14100"/>
        <pc:sldMkLst>
          <pc:docMk/>
          <pc:sldMk cId="828071449" sldId="379"/>
        </pc:sldMkLst>
        <pc:spChg chg="mod">
          <ac:chgData name="Guest User" userId="" providerId="Windows Live" clId="Web-{A2DBA411-FB23-6FC8-FAFC-F8FC77FB49C3}" dt="2025-04-30T22:51:07.402" v="243" actId="14100"/>
          <ac:spMkLst>
            <pc:docMk/>
            <pc:sldMk cId="828071449" sldId="379"/>
            <ac:spMk id="2" creationId="{23BD5B17-101E-7DED-A8B8-45520DC6510A}"/>
          </ac:spMkLst>
        </pc:spChg>
        <pc:spChg chg="mod">
          <ac:chgData name="Guest User" userId="" providerId="Windows Live" clId="Web-{A2DBA411-FB23-6FC8-FAFC-F8FC77FB49C3}" dt="2025-04-30T22:51:15.887" v="244" actId="1076"/>
          <ac:spMkLst>
            <pc:docMk/>
            <pc:sldMk cId="828071449" sldId="379"/>
            <ac:spMk id="3" creationId="{7C1BF2AB-5360-D29D-5D98-C6C709435F37}"/>
          </ac:spMkLst>
        </pc:spChg>
        <pc:graphicFrameChg chg="mod modGraphic">
          <ac:chgData name="Guest User" userId="" providerId="Windows Live" clId="Web-{A2DBA411-FB23-6FC8-FAFC-F8FC77FB49C3}" dt="2025-04-30T22:51:19.152" v="245" actId="1076"/>
          <ac:graphicFrameMkLst>
            <pc:docMk/>
            <pc:sldMk cId="828071449" sldId="379"/>
            <ac:graphicFrameMk id="5" creationId="{495E492C-738C-F3D7-987A-E43F8B5D03D0}"/>
          </ac:graphicFrameMkLst>
        </pc:graphicFrameChg>
        <pc:picChg chg="mod">
          <ac:chgData name="Guest User" userId="" providerId="Windows Live" clId="Web-{A2DBA411-FB23-6FC8-FAFC-F8FC77FB49C3}" dt="2025-04-30T22:52:11.200" v="255" actId="14100"/>
          <ac:picMkLst>
            <pc:docMk/>
            <pc:sldMk cId="828071449" sldId="379"/>
            <ac:picMk id="4" creationId="{4A3E5F48-74CD-E5E6-D7A8-2ED6F7C6DBCF}"/>
          </ac:picMkLst>
        </pc:picChg>
        <pc:picChg chg="mod">
          <ac:chgData name="Guest User" userId="" providerId="Windows Live" clId="Web-{A2DBA411-FB23-6FC8-FAFC-F8FC77FB49C3}" dt="2025-04-30T22:52:23.216" v="259" actId="14100"/>
          <ac:picMkLst>
            <pc:docMk/>
            <pc:sldMk cId="828071449" sldId="379"/>
            <ac:picMk id="6" creationId="{74D63C03-6BFB-1ECA-FBB1-B2387E852FB2}"/>
          </ac:picMkLst>
        </pc:picChg>
        <pc:picChg chg="mod">
          <ac:chgData name="Guest User" userId="" providerId="Windows Live" clId="Web-{A2DBA411-FB23-6FC8-FAFC-F8FC77FB49C3}" dt="2025-04-30T22:52:31.716" v="261" actId="14100"/>
          <ac:picMkLst>
            <pc:docMk/>
            <pc:sldMk cId="828071449" sldId="379"/>
            <ac:picMk id="7" creationId="{5C5236C3-FA92-9338-7310-709DF037CB07}"/>
          </ac:picMkLst>
        </pc:picChg>
      </pc:sldChg>
      <pc:sldChg chg="modSp">
        <pc:chgData name="Guest User" userId="" providerId="Windows Live" clId="Web-{A2DBA411-FB23-6FC8-FAFC-F8FC77FB49C3}" dt="2025-04-30T22:54:39.358" v="276" actId="14100"/>
        <pc:sldMkLst>
          <pc:docMk/>
          <pc:sldMk cId="1810555064" sldId="380"/>
        </pc:sldMkLst>
        <pc:spChg chg="mod">
          <ac:chgData name="Guest User" userId="" providerId="Windows Live" clId="Web-{A2DBA411-FB23-6FC8-FAFC-F8FC77FB49C3}" dt="2025-04-30T22:53:37.169" v="262" actId="1076"/>
          <ac:spMkLst>
            <pc:docMk/>
            <pc:sldMk cId="1810555064" sldId="380"/>
            <ac:spMk id="3" creationId="{A3CEB63B-15EF-2575-A14F-43FB754E1957}"/>
          </ac:spMkLst>
        </pc:spChg>
        <pc:graphicFrameChg chg="mod modGraphic">
          <ac:chgData name="Guest User" userId="" providerId="Windows Live" clId="Web-{A2DBA411-FB23-6FC8-FAFC-F8FC77FB49C3}" dt="2025-04-30T22:54:06.279" v="271"/>
          <ac:graphicFrameMkLst>
            <pc:docMk/>
            <pc:sldMk cId="1810555064" sldId="380"/>
            <ac:graphicFrameMk id="5" creationId="{3D1339C9-122E-8DC3-7DDC-2B7041976DAF}"/>
          </ac:graphicFrameMkLst>
        </pc:graphicFrameChg>
        <pc:picChg chg="mod">
          <ac:chgData name="Guest User" userId="" providerId="Windows Live" clId="Web-{A2DBA411-FB23-6FC8-FAFC-F8FC77FB49C3}" dt="2025-04-30T22:54:07.920" v="272" actId="1076"/>
          <ac:picMkLst>
            <pc:docMk/>
            <pc:sldMk cId="1810555064" sldId="380"/>
            <ac:picMk id="4" creationId="{E3842D05-A065-6E01-0D29-AFCF7A4BF058}"/>
          </ac:picMkLst>
        </pc:picChg>
        <pc:picChg chg="mod">
          <ac:chgData name="Guest User" userId="" providerId="Windows Live" clId="Web-{A2DBA411-FB23-6FC8-FAFC-F8FC77FB49C3}" dt="2025-04-30T22:54:39.358" v="276" actId="14100"/>
          <ac:picMkLst>
            <pc:docMk/>
            <pc:sldMk cId="1810555064" sldId="380"/>
            <ac:picMk id="6" creationId="{AF8A1B06-9162-7A42-A2D3-047034AF0441}"/>
          </ac:picMkLst>
        </pc:picChg>
      </pc:sldChg>
      <pc:sldChg chg="modSp">
        <pc:chgData name="Guest User" userId="" providerId="Windows Live" clId="Web-{A2DBA411-FB23-6FC8-FAFC-F8FC77FB49C3}" dt="2025-04-30T22:56:56.125" v="294"/>
        <pc:sldMkLst>
          <pc:docMk/>
          <pc:sldMk cId="1079776072" sldId="381"/>
        </pc:sldMkLst>
        <pc:graphicFrameChg chg="mod modGraphic">
          <ac:chgData name="Guest User" userId="" providerId="Windows Live" clId="Web-{A2DBA411-FB23-6FC8-FAFC-F8FC77FB49C3}" dt="2025-04-30T22:56:56.125" v="294"/>
          <ac:graphicFrameMkLst>
            <pc:docMk/>
            <pc:sldMk cId="1079776072" sldId="381"/>
            <ac:graphicFrameMk id="158" creationId="{8486120F-6ACA-413C-96AF-FB764DFC95B5}"/>
          </ac:graphicFrameMkLst>
        </pc:graphicFrameChg>
      </pc:sldChg>
      <pc:sldChg chg="modSp">
        <pc:chgData name="Guest User" userId="" providerId="Windows Live" clId="Web-{A2DBA411-FB23-6FC8-FAFC-F8FC77FB49C3}" dt="2025-04-30T22:55:24.921" v="285"/>
        <pc:sldMkLst>
          <pc:docMk/>
          <pc:sldMk cId="3474951339" sldId="382"/>
        </pc:sldMkLst>
        <pc:graphicFrameChg chg="mod modGraphic">
          <ac:chgData name="Guest User" userId="" providerId="Windows Live" clId="Web-{A2DBA411-FB23-6FC8-FAFC-F8FC77FB49C3}" dt="2025-04-30T22:55:24.921" v="285"/>
          <ac:graphicFrameMkLst>
            <pc:docMk/>
            <pc:sldMk cId="3474951339" sldId="382"/>
            <ac:graphicFrameMk id="5" creationId="{2521E6B7-72B2-735A-9E47-9D14FC9E7D6B}"/>
          </ac:graphicFrameMkLst>
        </pc:graphicFrameChg>
      </pc:sldChg>
      <pc:sldChg chg="modSp new">
        <pc:chgData name="Guest User" userId="" providerId="Windows Live" clId="Web-{A2DBA411-FB23-6FC8-FAFC-F8FC77FB49C3}" dt="2025-04-30T23:12:55.681" v="570" actId="14100"/>
        <pc:sldMkLst>
          <pc:docMk/>
          <pc:sldMk cId="2771924376" sldId="396"/>
        </pc:sldMkLst>
        <pc:spChg chg="mod">
          <ac:chgData name="Guest User" userId="" providerId="Windows Live" clId="Web-{A2DBA411-FB23-6FC8-FAFC-F8FC77FB49C3}" dt="2025-04-30T15:33:34.322" v="9" actId="20577"/>
          <ac:spMkLst>
            <pc:docMk/>
            <pc:sldMk cId="2771924376" sldId="396"/>
            <ac:spMk id="2" creationId="{3FC6895F-1526-D395-FDC8-9400119532D1}"/>
          </ac:spMkLst>
        </pc:spChg>
        <pc:spChg chg="mod">
          <ac:chgData name="Guest User" userId="" providerId="Windows Live" clId="Web-{A2DBA411-FB23-6FC8-FAFC-F8FC77FB49C3}" dt="2025-04-30T23:12:55.681" v="570" actId="14100"/>
          <ac:spMkLst>
            <pc:docMk/>
            <pc:sldMk cId="2771924376" sldId="396"/>
            <ac:spMk id="3" creationId="{B8B122EB-FEA1-F524-A242-8A754AFEC0A6}"/>
          </ac:spMkLst>
        </pc:spChg>
      </pc:sldChg>
      <pc:sldChg chg="modSp">
        <pc:chgData name="Guest User" userId="" providerId="Windows Live" clId="Web-{A2DBA411-FB23-6FC8-FAFC-F8FC77FB49C3}" dt="2025-04-30T23:13:49.557" v="572" actId="1076"/>
        <pc:sldMkLst>
          <pc:docMk/>
          <pc:sldMk cId="2701819854" sldId="397"/>
        </pc:sldMkLst>
        <pc:spChg chg="mod">
          <ac:chgData name="Guest User" userId="" providerId="Windows Live" clId="Web-{A2DBA411-FB23-6FC8-FAFC-F8FC77FB49C3}" dt="2025-04-30T23:13:38.963" v="571" actId="1076"/>
          <ac:spMkLst>
            <pc:docMk/>
            <pc:sldMk cId="2701819854" sldId="397"/>
            <ac:spMk id="4" creationId="{28C61620-20B3-909A-8615-A7784C8AF842}"/>
          </ac:spMkLst>
        </pc:spChg>
        <pc:graphicFrameChg chg="mod">
          <ac:chgData name="Guest User" userId="" providerId="Windows Live" clId="Web-{A2DBA411-FB23-6FC8-FAFC-F8FC77FB49C3}" dt="2025-04-30T23:13:49.557" v="572" actId="1076"/>
          <ac:graphicFrameMkLst>
            <pc:docMk/>
            <pc:sldMk cId="2701819854" sldId="397"/>
            <ac:graphicFrameMk id="5" creationId="{C8DC643B-D646-0394-D221-B069BABE77EA}"/>
          </ac:graphicFrameMkLst>
        </pc:graphicFrameChg>
      </pc:sldChg>
      <pc:sldChg chg="delSp modSp">
        <pc:chgData name="Guest User" userId="" providerId="Windows Live" clId="Web-{A2DBA411-FB23-6FC8-FAFC-F8FC77FB49C3}" dt="2025-04-30T23:04:56.207" v="494"/>
        <pc:sldMkLst>
          <pc:docMk/>
          <pc:sldMk cId="3401242126" sldId="398"/>
        </pc:sldMkLst>
        <pc:spChg chg="del">
          <ac:chgData name="Guest User" userId="" providerId="Windows Live" clId="Web-{A2DBA411-FB23-6FC8-FAFC-F8FC77FB49C3}" dt="2025-04-30T23:04:49.457" v="488"/>
          <ac:spMkLst>
            <pc:docMk/>
            <pc:sldMk cId="3401242126" sldId="398"/>
            <ac:spMk id="3" creationId="{76C33285-B440-E6E8-B3C2-744DF714995F}"/>
          </ac:spMkLst>
        </pc:spChg>
        <pc:graphicFrameChg chg="mod modGraphic">
          <ac:chgData name="Guest User" userId="" providerId="Windows Live" clId="Web-{A2DBA411-FB23-6FC8-FAFC-F8FC77FB49C3}" dt="2025-04-30T23:04:56.207" v="494"/>
          <ac:graphicFrameMkLst>
            <pc:docMk/>
            <pc:sldMk cId="3401242126" sldId="398"/>
            <ac:graphicFrameMk id="4" creationId="{FA38D12F-A8D2-1108-B358-946C45A92A3E}"/>
          </ac:graphicFrameMkLst>
        </pc:graphicFrameChg>
      </pc:sldChg>
      <pc:sldChg chg="delSp modSp">
        <pc:chgData name="Guest User" userId="" providerId="Windows Live" clId="Web-{A2DBA411-FB23-6FC8-FAFC-F8FC77FB49C3}" dt="2025-04-30T23:05:11.739" v="500"/>
        <pc:sldMkLst>
          <pc:docMk/>
          <pc:sldMk cId="3354565014" sldId="399"/>
        </pc:sldMkLst>
        <pc:spChg chg="del">
          <ac:chgData name="Guest User" userId="" providerId="Windows Live" clId="Web-{A2DBA411-FB23-6FC8-FAFC-F8FC77FB49C3}" dt="2025-04-30T23:02:54.222" v="416"/>
          <ac:spMkLst>
            <pc:docMk/>
            <pc:sldMk cId="3354565014" sldId="399"/>
            <ac:spMk id="3" creationId="{E2D3B720-DDD1-E446-2E0B-57961BFCF6B3}"/>
          </ac:spMkLst>
        </pc:spChg>
        <pc:graphicFrameChg chg="mod modGraphic">
          <ac:chgData name="Guest User" userId="" providerId="Windows Live" clId="Web-{A2DBA411-FB23-6FC8-FAFC-F8FC77FB49C3}" dt="2025-04-30T23:05:11.739" v="500"/>
          <ac:graphicFrameMkLst>
            <pc:docMk/>
            <pc:sldMk cId="3354565014" sldId="399"/>
            <ac:graphicFrameMk id="4" creationId="{4F3CD388-B224-DD88-4C6D-8137908E4611}"/>
          </ac:graphicFrameMkLst>
        </pc:graphicFrameChg>
      </pc:sldChg>
      <pc:sldChg chg="delSp modSp">
        <pc:chgData name="Guest User" userId="" providerId="Windows Live" clId="Web-{A2DBA411-FB23-6FC8-FAFC-F8FC77FB49C3}" dt="2025-04-30T23:03:52.535" v="454"/>
        <pc:sldMkLst>
          <pc:docMk/>
          <pc:sldMk cId="3985592003" sldId="400"/>
        </pc:sldMkLst>
        <pc:spChg chg="del">
          <ac:chgData name="Guest User" userId="" providerId="Windows Live" clId="Web-{A2DBA411-FB23-6FC8-FAFC-F8FC77FB49C3}" dt="2025-04-30T23:02:35.378" v="415"/>
          <ac:spMkLst>
            <pc:docMk/>
            <pc:sldMk cId="3985592003" sldId="400"/>
            <ac:spMk id="3" creationId="{05E2B111-F4AA-E5D5-6DAD-ECBDEB689D62}"/>
          </ac:spMkLst>
        </pc:spChg>
        <pc:graphicFrameChg chg="mod modGraphic">
          <ac:chgData name="Guest User" userId="" providerId="Windows Live" clId="Web-{A2DBA411-FB23-6FC8-FAFC-F8FC77FB49C3}" dt="2025-04-30T23:03:52.535" v="454"/>
          <ac:graphicFrameMkLst>
            <pc:docMk/>
            <pc:sldMk cId="3985592003" sldId="400"/>
            <ac:graphicFrameMk id="4" creationId="{DC6BE480-A45C-2BA3-2089-B43FEB7005A8}"/>
          </ac:graphicFrameMkLst>
        </pc:graphicFrameChg>
      </pc:sldChg>
    </pc:docChg>
  </pc:docChgLst>
  <pc:docChgLst>
    <pc:chgData name="Tim Haxton" userId="d4e3a40a62c7347c" providerId="LiveId" clId="{C581A53E-AAE3-407E-A167-06073A01DA01}"/>
    <pc:docChg chg="undo redo custSel addSld delSld modSld sldOrd">
      <pc:chgData name="Tim Haxton" userId="d4e3a40a62c7347c" providerId="LiveId" clId="{C581A53E-AAE3-407E-A167-06073A01DA01}" dt="2025-04-30T20:58:26.591" v="8297" actId="20577"/>
      <pc:docMkLst>
        <pc:docMk/>
      </pc:docMkLst>
      <pc:sldChg chg="modSp mod">
        <pc:chgData name="Tim Haxton" userId="d4e3a40a62c7347c" providerId="LiveId" clId="{C581A53E-AAE3-407E-A167-06073A01DA01}" dt="2025-04-28T13:49:15.004" v="1243" actId="27636"/>
        <pc:sldMkLst>
          <pc:docMk/>
          <pc:sldMk cId="635886479" sldId="373"/>
        </pc:sldMkLst>
        <pc:spChg chg="mod">
          <ac:chgData name="Tim Haxton" userId="d4e3a40a62c7347c" providerId="LiveId" clId="{C581A53E-AAE3-407E-A167-06073A01DA01}" dt="2025-04-28T13:49:15.004" v="1243" actId="27636"/>
          <ac:spMkLst>
            <pc:docMk/>
            <pc:sldMk cId="635886479" sldId="373"/>
            <ac:spMk id="3" creationId="{17CCC60D-7ECE-942F-EDD1-DD5883B1EF67}"/>
          </ac:spMkLst>
        </pc:spChg>
      </pc:sldChg>
      <pc:sldChg chg="modSp new mod">
        <pc:chgData name="Tim Haxton" userId="d4e3a40a62c7347c" providerId="LiveId" clId="{C581A53E-AAE3-407E-A167-06073A01DA01}" dt="2025-04-28T13:52:09.037" v="1449" actId="115"/>
        <pc:sldMkLst>
          <pc:docMk/>
          <pc:sldMk cId="3078875172" sldId="376"/>
        </pc:sldMkLst>
        <pc:spChg chg="mod">
          <ac:chgData name="Tim Haxton" userId="d4e3a40a62c7347c" providerId="LiveId" clId="{C581A53E-AAE3-407E-A167-06073A01DA01}" dt="2025-04-28T13:15:32.790" v="70" actId="20577"/>
          <ac:spMkLst>
            <pc:docMk/>
            <pc:sldMk cId="3078875172" sldId="376"/>
            <ac:spMk id="2" creationId="{10C68138-034E-B97B-AC8E-7F352A6251AD}"/>
          </ac:spMkLst>
        </pc:spChg>
        <pc:spChg chg="mod">
          <ac:chgData name="Tim Haxton" userId="d4e3a40a62c7347c" providerId="LiveId" clId="{C581A53E-AAE3-407E-A167-06073A01DA01}" dt="2025-04-28T13:52:09.037" v="1449" actId="115"/>
          <ac:spMkLst>
            <pc:docMk/>
            <pc:sldMk cId="3078875172" sldId="376"/>
            <ac:spMk id="3" creationId="{99D1CA85-F41B-F086-5489-9F1DF086864E}"/>
          </ac:spMkLst>
        </pc:spChg>
      </pc:sldChg>
      <pc:sldChg chg="modSp add mod">
        <pc:chgData name="Tim Haxton" userId="d4e3a40a62c7347c" providerId="LiveId" clId="{C581A53E-AAE3-407E-A167-06073A01DA01}" dt="2025-04-28T15:14:00.872" v="2641" actId="20577"/>
        <pc:sldMkLst>
          <pc:docMk/>
          <pc:sldMk cId="1668291362" sldId="377"/>
        </pc:sldMkLst>
        <pc:spChg chg="mod">
          <ac:chgData name="Tim Haxton" userId="d4e3a40a62c7347c" providerId="LiveId" clId="{C581A53E-AAE3-407E-A167-06073A01DA01}" dt="2025-04-28T15:14:00.872" v="2641" actId="20577"/>
          <ac:spMkLst>
            <pc:docMk/>
            <pc:sldMk cId="1668291362" sldId="377"/>
            <ac:spMk id="3" creationId="{E3DD4D2B-9715-96C6-0893-C3D2E795F44D}"/>
          </ac:spMkLst>
        </pc:spChg>
      </pc:sldChg>
      <pc:sldChg chg="addSp modSp add mod">
        <pc:chgData name="Tim Haxton" userId="d4e3a40a62c7347c" providerId="LiveId" clId="{C581A53E-AAE3-407E-A167-06073A01DA01}" dt="2025-04-28T13:52:34.218" v="1457" actId="115"/>
        <pc:sldMkLst>
          <pc:docMk/>
          <pc:sldMk cId="743844743" sldId="378"/>
        </pc:sldMkLst>
        <pc:spChg chg="mod">
          <ac:chgData name="Tim Haxton" userId="d4e3a40a62c7347c" providerId="LiveId" clId="{C581A53E-AAE3-407E-A167-06073A01DA01}" dt="2025-04-28T13:52:34.218" v="1457" actId="115"/>
          <ac:spMkLst>
            <pc:docMk/>
            <pc:sldMk cId="743844743" sldId="378"/>
            <ac:spMk id="3" creationId="{2909AF5F-644E-02CD-E8F7-7E3374118EB5}"/>
          </ac:spMkLst>
        </pc:spChg>
      </pc:sldChg>
      <pc:sldChg chg="addSp delSp modSp new mod">
        <pc:chgData name="Tim Haxton" userId="d4e3a40a62c7347c" providerId="LiveId" clId="{C581A53E-AAE3-407E-A167-06073A01DA01}" dt="2025-04-28T14:33:46.150" v="2338" actId="1076"/>
        <pc:sldMkLst>
          <pc:docMk/>
          <pc:sldMk cId="828071449" sldId="379"/>
        </pc:sldMkLst>
        <pc:spChg chg="mod">
          <ac:chgData name="Tim Haxton" userId="d4e3a40a62c7347c" providerId="LiveId" clId="{C581A53E-AAE3-407E-A167-06073A01DA01}" dt="2025-04-28T13:27:11.325" v="265" actId="20577"/>
          <ac:spMkLst>
            <pc:docMk/>
            <pc:sldMk cId="828071449" sldId="379"/>
            <ac:spMk id="2" creationId="{23BD5B17-101E-7DED-A8B8-45520DC6510A}"/>
          </ac:spMkLst>
        </pc:spChg>
        <pc:spChg chg="add del mod">
          <ac:chgData name="Tim Haxton" userId="d4e3a40a62c7347c" providerId="LiveId" clId="{C581A53E-AAE3-407E-A167-06073A01DA01}" dt="2025-04-28T13:29:46.890" v="340" actId="5793"/>
          <ac:spMkLst>
            <pc:docMk/>
            <pc:sldMk cId="828071449" sldId="379"/>
            <ac:spMk id="3" creationId="{7C1BF2AB-5360-D29D-5D98-C6C709435F37}"/>
          </ac:spMkLst>
        </pc:spChg>
        <pc:graphicFrameChg chg="add mod modGraphic">
          <ac:chgData name="Tim Haxton" userId="d4e3a40a62c7347c" providerId="LiveId" clId="{C581A53E-AAE3-407E-A167-06073A01DA01}" dt="2025-04-28T14:33:46.150" v="2338" actId="1076"/>
          <ac:graphicFrameMkLst>
            <pc:docMk/>
            <pc:sldMk cId="828071449" sldId="379"/>
            <ac:graphicFrameMk id="5" creationId="{495E492C-738C-F3D7-987A-E43F8B5D03D0}"/>
          </ac:graphicFrameMkLst>
        </pc:graphicFrameChg>
      </pc:sldChg>
      <pc:sldChg chg="modSp add mod">
        <pc:chgData name="Tim Haxton" userId="d4e3a40a62c7347c" providerId="LiveId" clId="{C581A53E-AAE3-407E-A167-06073A01DA01}" dt="2025-04-28T14:34:09.426" v="2340" actId="1076"/>
        <pc:sldMkLst>
          <pc:docMk/>
          <pc:sldMk cId="1810555064" sldId="380"/>
        </pc:sldMkLst>
        <pc:spChg chg="mod">
          <ac:chgData name="Tim Haxton" userId="d4e3a40a62c7347c" providerId="LiveId" clId="{C581A53E-AAE3-407E-A167-06073A01DA01}" dt="2025-04-28T13:35:19.862" v="479" actId="20577"/>
          <ac:spMkLst>
            <pc:docMk/>
            <pc:sldMk cId="1810555064" sldId="380"/>
            <ac:spMk id="2" creationId="{84FE7C7B-0232-564F-67BB-8359DE182B05}"/>
          </ac:spMkLst>
        </pc:spChg>
        <pc:spChg chg="mod">
          <ac:chgData name="Tim Haxton" userId="d4e3a40a62c7347c" providerId="LiveId" clId="{C581A53E-AAE3-407E-A167-06073A01DA01}" dt="2025-04-28T13:35:35.597" v="499" actId="20577"/>
          <ac:spMkLst>
            <pc:docMk/>
            <pc:sldMk cId="1810555064" sldId="380"/>
            <ac:spMk id="3" creationId="{A3CEB63B-15EF-2575-A14F-43FB754E1957}"/>
          </ac:spMkLst>
        </pc:spChg>
        <pc:graphicFrameChg chg="mod modGraphic">
          <ac:chgData name="Tim Haxton" userId="d4e3a40a62c7347c" providerId="LiveId" clId="{C581A53E-AAE3-407E-A167-06073A01DA01}" dt="2025-04-28T14:34:09.426" v="2340" actId="1076"/>
          <ac:graphicFrameMkLst>
            <pc:docMk/>
            <pc:sldMk cId="1810555064" sldId="380"/>
            <ac:graphicFrameMk id="5" creationId="{3D1339C9-122E-8DC3-7DDC-2B7041976DAF}"/>
          </ac:graphicFrameMkLst>
        </pc:graphicFrameChg>
      </pc:sldChg>
      <pc:sldChg chg="addSp delSp modSp new mod ord setBg setClrOvrMap">
        <pc:chgData name="Tim Haxton" userId="d4e3a40a62c7347c" providerId="LiveId" clId="{C581A53E-AAE3-407E-A167-06073A01DA01}" dt="2025-04-28T15:13:04.998" v="2549" actId="20577"/>
        <pc:sldMkLst>
          <pc:docMk/>
          <pc:sldMk cId="1079776072" sldId="381"/>
        </pc:sldMkLst>
        <pc:spChg chg="mod">
          <ac:chgData name="Tim Haxton" userId="d4e3a40a62c7347c" providerId="LiveId" clId="{C581A53E-AAE3-407E-A167-06073A01DA01}" dt="2025-04-28T13:57:29.434" v="1480" actId="26606"/>
          <ac:spMkLst>
            <pc:docMk/>
            <pc:sldMk cId="1079776072" sldId="381"/>
            <ac:spMk id="2" creationId="{CA9EB655-7177-EC7A-14D1-A2C869A3F8B5}"/>
          </ac:spMkLst>
        </pc:spChg>
        <pc:graphicFrameChg chg="add mod modGraphic">
          <ac:chgData name="Tim Haxton" userId="d4e3a40a62c7347c" providerId="LiveId" clId="{C581A53E-AAE3-407E-A167-06073A01DA01}" dt="2025-04-28T15:13:04.998" v="2549" actId="20577"/>
          <ac:graphicFrameMkLst>
            <pc:docMk/>
            <pc:sldMk cId="1079776072" sldId="381"/>
            <ac:graphicFrameMk id="158" creationId="{8486120F-6ACA-413C-96AF-FB764DFC95B5}"/>
          </ac:graphicFrameMkLst>
        </pc:graphicFrameChg>
      </pc:sldChg>
      <pc:sldChg chg="addSp delSp modSp new mod ord">
        <pc:chgData name="Tim Haxton" userId="d4e3a40a62c7347c" providerId="LiveId" clId="{C581A53E-AAE3-407E-A167-06073A01DA01}" dt="2025-04-28T15:14:11.616" v="2643" actId="20577"/>
        <pc:sldMkLst>
          <pc:docMk/>
          <pc:sldMk cId="3474951339" sldId="382"/>
        </pc:sldMkLst>
        <pc:spChg chg="mod">
          <ac:chgData name="Tim Haxton" userId="d4e3a40a62c7347c" providerId="LiveId" clId="{C581A53E-AAE3-407E-A167-06073A01DA01}" dt="2025-04-28T14:06:25.780" v="1512" actId="20577"/>
          <ac:spMkLst>
            <pc:docMk/>
            <pc:sldMk cId="3474951339" sldId="382"/>
            <ac:spMk id="2" creationId="{D92DC1CB-0E89-09DB-CBA3-E745F59162EC}"/>
          </ac:spMkLst>
        </pc:spChg>
        <pc:graphicFrameChg chg="add mod ord modGraphic">
          <ac:chgData name="Tim Haxton" userId="d4e3a40a62c7347c" providerId="LiveId" clId="{C581A53E-AAE3-407E-A167-06073A01DA01}" dt="2025-04-28T15:14:11.616" v="2643" actId="20577"/>
          <ac:graphicFrameMkLst>
            <pc:docMk/>
            <pc:sldMk cId="3474951339" sldId="382"/>
            <ac:graphicFrameMk id="5" creationId="{2521E6B7-72B2-735A-9E47-9D14FC9E7D6B}"/>
          </ac:graphicFrameMkLst>
        </pc:graphicFrameChg>
      </pc:sldChg>
      <pc:sldChg chg="addSp delSp modSp new mod">
        <pc:chgData name="Tim Haxton" userId="d4e3a40a62c7347c" providerId="LiveId" clId="{C581A53E-AAE3-407E-A167-06073A01DA01}" dt="2025-04-28T14:33:06.236" v="2337" actId="20577"/>
        <pc:sldMkLst>
          <pc:docMk/>
          <pc:sldMk cId="1466554245" sldId="383"/>
        </pc:sldMkLst>
        <pc:spChg chg="mod">
          <ac:chgData name="Tim Haxton" userId="d4e3a40a62c7347c" providerId="LiveId" clId="{C581A53E-AAE3-407E-A167-06073A01DA01}" dt="2025-04-28T14:20:55.795" v="1676" actId="20577"/>
          <ac:spMkLst>
            <pc:docMk/>
            <pc:sldMk cId="1466554245" sldId="383"/>
            <ac:spMk id="2" creationId="{4D244785-B8DB-E07B-E09E-5B21F24C53CC}"/>
          </ac:spMkLst>
        </pc:spChg>
        <pc:graphicFrameChg chg="add mod ord modGraphic">
          <ac:chgData name="Tim Haxton" userId="d4e3a40a62c7347c" providerId="LiveId" clId="{C581A53E-AAE3-407E-A167-06073A01DA01}" dt="2025-04-28T14:33:06.236" v="2337" actId="20577"/>
          <ac:graphicFrameMkLst>
            <pc:docMk/>
            <pc:sldMk cId="1466554245" sldId="383"/>
            <ac:graphicFrameMk id="4" creationId="{4A60078D-EB01-7C8B-B6CC-D43E25058BC4}"/>
          </ac:graphicFrameMkLst>
        </pc:graphicFrameChg>
      </pc:sldChg>
      <pc:sldChg chg="new add del">
        <pc:chgData name="Tim Haxton" userId="d4e3a40a62c7347c" providerId="LiveId" clId="{C581A53E-AAE3-407E-A167-06073A01DA01}" dt="2025-04-28T14:32:34.019" v="2333" actId="680"/>
        <pc:sldMkLst>
          <pc:docMk/>
          <pc:sldMk cId="195182183" sldId="384"/>
        </pc:sldMkLst>
      </pc:sldChg>
      <pc:sldChg chg="addSp delSp modSp new mod chgLayout">
        <pc:chgData name="Tim Haxton" userId="d4e3a40a62c7347c" providerId="LiveId" clId="{C581A53E-AAE3-407E-A167-06073A01DA01}" dt="2025-04-30T19:06:23.081" v="6382" actId="20577"/>
        <pc:sldMkLst>
          <pc:docMk/>
          <pc:sldMk cId="2953618895" sldId="384"/>
        </pc:sldMkLst>
        <pc:spChg chg="mod ord">
          <ac:chgData name="Tim Haxton" userId="d4e3a40a62c7347c" providerId="LiveId" clId="{C581A53E-AAE3-407E-A167-06073A01DA01}" dt="2025-04-28T15:25:24.273" v="3190" actId="700"/>
          <ac:spMkLst>
            <pc:docMk/>
            <pc:sldMk cId="2953618895" sldId="384"/>
            <ac:spMk id="2" creationId="{AC421AA8-4F68-CA14-EA9B-0D0963C9FE2A}"/>
          </ac:spMkLst>
        </pc:spChg>
        <pc:spChg chg="add mod">
          <ac:chgData name="Tim Haxton" userId="d4e3a40a62c7347c" providerId="LiveId" clId="{C581A53E-AAE3-407E-A167-06073A01DA01}" dt="2025-04-28T15:26:30.833" v="3224" actId="20577"/>
          <ac:spMkLst>
            <pc:docMk/>
            <pc:sldMk cId="2953618895" sldId="384"/>
            <ac:spMk id="5" creationId="{FCC509DA-DECB-D91E-2642-25667CBF9F7F}"/>
          </ac:spMkLst>
        </pc:spChg>
        <pc:graphicFrameChg chg="add mod ord modGraphic">
          <ac:chgData name="Tim Haxton" userId="d4e3a40a62c7347c" providerId="LiveId" clId="{C581A53E-AAE3-407E-A167-06073A01DA01}" dt="2025-04-30T19:06:23.081" v="6382" actId="20577"/>
          <ac:graphicFrameMkLst>
            <pc:docMk/>
            <pc:sldMk cId="2953618895" sldId="384"/>
            <ac:graphicFrameMk id="4" creationId="{B191DFB5-2D37-1F01-0FC8-798BEB13C326}"/>
          </ac:graphicFrameMkLst>
        </pc:graphicFrameChg>
      </pc:sldChg>
      <pc:sldChg chg="modSp add mod">
        <pc:chgData name="Tim Haxton" userId="d4e3a40a62c7347c" providerId="LiveId" clId="{C581A53E-AAE3-407E-A167-06073A01DA01}" dt="2025-04-30T19:18:27.123" v="7168" actId="20577"/>
        <pc:sldMkLst>
          <pc:docMk/>
          <pc:sldMk cId="4294843882" sldId="385"/>
        </pc:sldMkLst>
        <pc:spChg chg="mod">
          <ac:chgData name="Tim Haxton" userId="d4e3a40a62c7347c" providerId="LiveId" clId="{C581A53E-AAE3-407E-A167-06073A01DA01}" dt="2025-04-28T15:59:48.133" v="4769" actId="20577"/>
          <ac:spMkLst>
            <pc:docMk/>
            <pc:sldMk cId="4294843882" sldId="385"/>
            <ac:spMk id="2" creationId="{93E17C90-C053-2C46-E5EF-50580658AF68}"/>
          </ac:spMkLst>
        </pc:spChg>
        <pc:spChg chg="mod">
          <ac:chgData name="Tim Haxton" userId="d4e3a40a62c7347c" providerId="LiveId" clId="{C581A53E-AAE3-407E-A167-06073A01DA01}" dt="2025-04-30T19:07:45.708" v="6421" actId="20577"/>
          <ac:spMkLst>
            <pc:docMk/>
            <pc:sldMk cId="4294843882" sldId="385"/>
            <ac:spMk id="5" creationId="{0EC5B97D-F818-134B-278A-A33D32391EB7}"/>
          </ac:spMkLst>
        </pc:spChg>
        <pc:graphicFrameChg chg="modGraphic">
          <ac:chgData name="Tim Haxton" userId="d4e3a40a62c7347c" providerId="LiveId" clId="{C581A53E-AAE3-407E-A167-06073A01DA01}" dt="2025-04-30T19:18:27.123" v="7168" actId="20577"/>
          <ac:graphicFrameMkLst>
            <pc:docMk/>
            <pc:sldMk cId="4294843882" sldId="385"/>
            <ac:graphicFrameMk id="4" creationId="{30CB8108-284A-8C92-6559-7A1884A71C08}"/>
          </ac:graphicFrameMkLst>
        </pc:graphicFrameChg>
      </pc:sldChg>
      <pc:sldChg chg="addSp modSp new mod">
        <pc:chgData name="Tim Haxton" userId="d4e3a40a62c7347c" providerId="LiveId" clId="{C581A53E-AAE3-407E-A167-06073A01DA01}" dt="2025-04-30T19:04:24.013" v="6324" actId="20577"/>
        <pc:sldMkLst>
          <pc:docMk/>
          <pc:sldMk cId="3641014263" sldId="386"/>
        </pc:sldMkLst>
        <pc:spChg chg="mod">
          <ac:chgData name="Tim Haxton" userId="d4e3a40a62c7347c" providerId="LiveId" clId="{C581A53E-AAE3-407E-A167-06073A01DA01}" dt="2025-04-28T16:12:57.105" v="4895" actId="20577"/>
          <ac:spMkLst>
            <pc:docMk/>
            <pc:sldMk cId="3641014263" sldId="386"/>
            <ac:spMk id="2" creationId="{DB7888DF-17C3-62D0-7012-3ECB8D04EEBE}"/>
          </ac:spMkLst>
        </pc:spChg>
        <pc:spChg chg="mod">
          <ac:chgData name="Tim Haxton" userId="d4e3a40a62c7347c" providerId="LiveId" clId="{C581A53E-AAE3-407E-A167-06073A01DA01}" dt="2025-04-28T16:13:34.058" v="4948" actId="20577"/>
          <ac:spMkLst>
            <pc:docMk/>
            <pc:sldMk cId="3641014263" sldId="386"/>
            <ac:spMk id="3" creationId="{AB724392-8F54-B18D-93EC-1E8C77C03EF9}"/>
          </ac:spMkLst>
        </pc:spChg>
        <pc:graphicFrameChg chg="add mod modGraphic">
          <ac:chgData name="Tim Haxton" userId="d4e3a40a62c7347c" providerId="LiveId" clId="{C581A53E-AAE3-407E-A167-06073A01DA01}" dt="2025-04-30T19:04:24.013" v="6324" actId="20577"/>
          <ac:graphicFrameMkLst>
            <pc:docMk/>
            <pc:sldMk cId="3641014263" sldId="386"/>
            <ac:graphicFrameMk id="4" creationId="{B98B094F-B3B7-1EDC-AAA3-0EB0DB1261ED}"/>
          </ac:graphicFrameMkLst>
        </pc:graphicFrameChg>
      </pc:sldChg>
      <pc:sldChg chg="modSp mod">
        <pc:chgData name="Tim Haxton" userId="d4e3a40a62c7347c" providerId="LiveId" clId="{C581A53E-AAE3-407E-A167-06073A01DA01}" dt="2025-04-30T20:58:26.591" v="8297" actId="20577"/>
        <pc:sldMkLst>
          <pc:docMk/>
          <pc:sldMk cId="878183119" sldId="391"/>
        </pc:sldMkLst>
        <pc:spChg chg="mod">
          <ac:chgData name="Tim Haxton" userId="d4e3a40a62c7347c" providerId="LiveId" clId="{C581A53E-AAE3-407E-A167-06073A01DA01}" dt="2025-04-30T20:58:26.591" v="8297" actId="20577"/>
          <ac:spMkLst>
            <pc:docMk/>
            <pc:sldMk cId="878183119" sldId="391"/>
            <ac:spMk id="4" creationId="{2CF920F5-1048-0F86-C2D0-D57C94BF81E3}"/>
          </ac:spMkLst>
        </pc:spChg>
        <pc:spChg chg="mod">
          <ac:chgData name="Tim Haxton" userId="d4e3a40a62c7347c" providerId="LiveId" clId="{C581A53E-AAE3-407E-A167-06073A01DA01}" dt="2025-04-30T20:17:32.164" v="7713" actId="20577"/>
          <ac:spMkLst>
            <pc:docMk/>
            <pc:sldMk cId="878183119" sldId="391"/>
            <ac:spMk id="8" creationId="{4664DE77-2E97-D895-AC57-E3EA2613D5E0}"/>
          </ac:spMkLst>
        </pc:spChg>
      </pc:sldChg>
      <pc:sldChg chg="modSp mod">
        <pc:chgData name="Tim Haxton" userId="d4e3a40a62c7347c" providerId="LiveId" clId="{C581A53E-AAE3-407E-A167-06073A01DA01}" dt="2025-04-30T19:59:21.372" v="7488" actId="1076"/>
        <pc:sldMkLst>
          <pc:docMk/>
          <pc:sldMk cId="2149160335" sldId="392"/>
        </pc:sldMkLst>
        <pc:spChg chg="mod">
          <ac:chgData name="Tim Haxton" userId="d4e3a40a62c7347c" providerId="LiveId" clId="{C581A53E-AAE3-407E-A167-06073A01DA01}" dt="2025-04-30T19:57:43.093" v="7477" actId="1076"/>
          <ac:spMkLst>
            <pc:docMk/>
            <pc:sldMk cId="2149160335" sldId="392"/>
            <ac:spMk id="2" creationId="{03C0AAD1-2C3C-F4C3-5893-54C0C0BCDEC6}"/>
          </ac:spMkLst>
        </pc:spChg>
        <pc:spChg chg="mod">
          <ac:chgData name="Tim Haxton" userId="d4e3a40a62c7347c" providerId="LiveId" clId="{C581A53E-AAE3-407E-A167-06073A01DA01}" dt="2025-04-30T19:57:26.333" v="7476" actId="1076"/>
          <ac:spMkLst>
            <pc:docMk/>
            <pc:sldMk cId="2149160335" sldId="392"/>
            <ac:spMk id="3" creationId="{06EAE463-8377-D58B-87C4-2FB3A88733FA}"/>
          </ac:spMkLst>
        </pc:spChg>
        <pc:graphicFrameChg chg="mod modGraphic">
          <ac:chgData name="Tim Haxton" userId="d4e3a40a62c7347c" providerId="LiveId" clId="{C581A53E-AAE3-407E-A167-06073A01DA01}" dt="2025-04-30T19:59:21.372" v="7488" actId="1076"/>
          <ac:graphicFrameMkLst>
            <pc:docMk/>
            <pc:sldMk cId="2149160335" sldId="392"/>
            <ac:graphicFrameMk id="4" creationId="{C455C02F-C0BA-C201-8976-819F3C556908}"/>
          </ac:graphicFrameMkLst>
        </pc:graphicFrameChg>
      </pc:sldChg>
      <pc:sldChg chg="modSp mod">
        <pc:chgData name="Tim Haxton" userId="d4e3a40a62c7347c" providerId="LiveId" clId="{C581A53E-AAE3-407E-A167-06073A01DA01}" dt="2025-04-30T20:00:44.353" v="7500" actId="20577"/>
        <pc:sldMkLst>
          <pc:docMk/>
          <pc:sldMk cId="1237155009" sldId="393"/>
        </pc:sldMkLst>
        <pc:spChg chg="mod">
          <ac:chgData name="Tim Haxton" userId="d4e3a40a62c7347c" providerId="LiveId" clId="{C581A53E-AAE3-407E-A167-06073A01DA01}" dt="2025-04-30T19:58:32.174" v="7482" actId="1076"/>
          <ac:spMkLst>
            <pc:docMk/>
            <pc:sldMk cId="1237155009" sldId="393"/>
            <ac:spMk id="2" creationId="{57BFE9BF-7402-6084-57A3-2601C4E967FB}"/>
          </ac:spMkLst>
        </pc:spChg>
        <pc:spChg chg="mod">
          <ac:chgData name="Tim Haxton" userId="d4e3a40a62c7347c" providerId="LiveId" clId="{C581A53E-AAE3-407E-A167-06073A01DA01}" dt="2025-04-30T20:00:44.353" v="7500" actId="20577"/>
          <ac:spMkLst>
            <pc:docMk/>
            <pc:sldMk cId="1237155009" sldId="393"/>
            <ac:spMk id="3" creationId="{9F229B79-BCD9-AD3C-0798-7226F9F3ED9A}"/>
          </ac:spMkLst>
        </pc:spChg>
        <pc:graphicFrameChg chg="mod modGraphic">
          <ac:chgData name="Tim Haxton" userId="d4e3a40a62c7347c" providerId="LiveId" clId="{C581A53E-AAE3-407E-A167-06073A01DA01}" dt="2025-04-30T19:59:41.056" v="7490" actId="1076"/>
          <ac:graphicFrameMkLst>
            <pc:docMk/>
            <pc:sldMk cId="1237155009" sldId="393"/>
            <ac:graphicFrameMk id="4" creationId="{83F55D89-9595-593C-873C-3C4578A8B4D1}"/>
          </ac:graphicFrameMkLst>
        </pc:graphicFrameChg>
      </pc:sldChg>
      <pc:sldChg chg="delSp modSp del mod">
        <pc:chgData name="Tim Haxton" userId="d4e3a40a62c7347c" providerId="LiveId" clId="{C581A53E-AAE3-407E-A167-06073A01DA01}" dt="2025-04-30T19:55:43.801" v="7470" actId="2696"/>
        <pc:sldMkLst>
          <pc:docMk/>
          <pc:sldMk cId="1356831077" sldId="395"/>
        </pc:sldMkLst>
        <pc:graphicFrameChg chg="del mod modGraphic">
          <ac:chgData name="Tim Haxton" userId="d4e3a40a62c7347c" providerId="LiveId" clId="{C581A53E-AAE3-407E-A167-06073A01DA01}" dt="2025-04-30T19:55:39.132" v="7469" actId="478"/>
          <ac:graphicFrameMkLst>
            <pc:docMk/>
            <pc:sldMk cId="1356831077" sldId="395"/>
            <ac:graphicFrameMk id="4" creationId="{403A93C2-E6CE-BA56-868D-AE06881E4808}"/>
          </ac:graphicFrameMkLst>
        </pc:graphicFrameChg>
      </pc:sldChg>
      <pc:sldChg chg="addSp delSp modSp new mod setBg modClrScheme setClrOvrMap delDesignElem chgLayout">
        <pc:chgData name="Tim Haxton" userId="d4e3a40a62c7347c" providerId="LiveId" clId="{C581A53E-AAE3-407E-A167-06073A01DA01}" dt="2025-04-30T20:13:37.132" v="7669" actId="207"/>
        <pc:sldMkLst>
          <pc:docMk/>
          <pc:sldMk cId="2701819854" sldId="397"/>
        </pc:sldMkLst>
        <pc:spChg chg="mod ord">
          <ac:chgData name="Tim Haxton" userId="d4e3a40a62c7347c" providerId="LiveId" clId="{C581A53E-AAE3-407E-A167-06073A01DA01}" dt="2025-04-30T20:05:55.981" v="7570" actId="26606"/>
          <ac:spMkLst>
            <pc:docMk/>
            <pc:sldMk cId="2701819854" sldId="397"/>
            <ac:spMk id="2" creationId="{F2E587DC-C3DC-585C-319A-DA059BCFB688}"/>
          </ac:spMkLst>
        </pc:spChg>
        <pc:spChg chg="add del mod ord">
          <ac:chgData name="Tim Haxton" userId="d4e3a40a62c7347c" providerId="LiveId" clId="{C581A53E-AAE3-407E-A167-06073A01DA01}" dt="2025-04-30T20:04:00.298" v="7530" actId="700"/>
          <ac:spMkLst>
            <pc:docMk/>
            <pc:sldMk cId="2701819854" sldId="397"/>
            <ac:spMk id="3" creationId="{5C5DE90B-446C-5F95-7996-881ECFFE710D}"/>
          </ac:spMkLst>
        </pc:spChg>
        <pc:spChg chg="add mod ord">
          <ac:chgData name="Tim Haxton" userId="d4e3a40a62c7347c" providerId="LiveId" clId="{C581A53E-AAE3-407E-A167-06073A01DA01}" dt="2025-04-30T20:05:55.981" v="7570" actId="26606"/>
          <ac:spMkLst>
            <pc:docMk/>
            <pc:sldMk cId="2701819854" sldId="397"/>
            <ac:spMk id="4" creationId="{28C61620-20B3-909A-8615-A7784C8AF842}"/>
          </ac:spMkLst>
        </pc:spChg>
        <pc:spChg chg="add del">
          <ac:chgData name="Tim Haxton" userId="d4e3a40a62c7347c" providerId="LiveId" clId="{C581A53E-AAE3-407E-A167-06073A01DA01}" dt="2025-04-30T20:05:18.082" v="7556" actId="26606"/>
          <ac:spMkLst>
            <pc:docMk/>
            <pc:sldMk cId="2701819854" sldId="397"/>
            <ac:spMk id="7" creationId="{6697F791-5FFA-4164-899F-EB52EA72B024}"/>
          </ac:spMkLst>
        </pc:spChg>
        <pc:spChg chg="add del">
          <ac:chgData name="Tim Haxton" userId="d4e3a40a62c7347c" providerId="LiveId" clId="{C581A53E-AAE3-407E-A167-06073A01DA01}" dt="2025-04-30T20:05:18.082" v="7556" actId="26606"/>
          <ac:spMkLst>
            <pc:docMk/>
            <pc:sldMk cId="2701819854" sldId="397"/>
            <ac:spMk id="9" creationId="{B773AB25-A422-41AA-9737-5E04C1966DE1}"/>
          </ac:spMkLst>
        </pc:spChg>
        <pc:spChg chg="add del">
          <ac:chgData name="Tim Haxton" userId="d4e3a40a62c7347c" providerId="LiveId" clId="{C581A53E-AAE3-407E-A167-06073A01DA01}" dt="2025-04-30T20:05:15.283" v="7550" actId="26606"/>
          <ac:spMkLst>
            <pc:docMk/>
            <pc:sldMk cId="2701819854" sldId="397"/>
            <ac:spMk id="10" creationId="{C2E4E997-8672-4FFD-B8EC-9932A8E4714B}"/>
          </ac:spMkLst>
        </pc:spChg>
        <pc:spChg chg="add del">
          <ac:chgData name="Tim Haxton" userId="d4e3a40a62c7347c" providerId="LiveId" clId="{C581A53E-AAE3-407E-A167-06073A01DA01}" dt="2025-04-30T20:05:55.082" v="7568" actId="26606"/>
          <ac:spMkLst>
            <pc:docMk/>
            <pc:sldMk cId="2701819854" sldId="397"/>
            <ac:spMk id="11" creationId="{3CBA50DB-DBC7-4B6E-B3C1-8FF1EA519791}"/>
          </ac:spMkLst>
        </pc:spChg>
        <pc:spChg chg="add del">
          <ac:chgData name="Tim Haxton" userId="d4e3a40a62c7347c" providerId="LiveId" clId="{C581A53E-AAE3-407E-A167-06073A01DA01}" dt="2025-04-30T20:05:18.935" v="7558" actId="26606"/>
          <ac:spMkLst>
            <pc:docMk/>
            <pc:sldMk cId="2701819854" sldId="397"/>
            <ac:spMk id="47" creationId="{C2E4E997-8672-4FFD-B8EC-9932A8E4714B}"/>
          </ac:spMkLst>
        </pc:spChg>
        <pc:spChg chg="add del">
          <ac:chgData name="Tim Haxton" userId="d4e3a40a62c7347c" providerId="LiveId" clId="{C581A53E-AAE3-407E-A167-06073A01DA01}" dt="2025-04-30T20:05:20.811" v="7560" actId="26606"/>
          <ac:spMkLst>
            <pc:docMk/>
            <pc:sldMk cId="2701819854" sldId="397"/>
            <ac:spMk id="55" creationId="{66D4F5BA-1D71-49B2-8A7F-6B4EB94D7265}"/>
          </ac:spMkLst>
        </pc:spChg>
        <pc:spChg chg="add del">
          <ac:chgData name="Tim Haxton" userId="d4e3a40a62c7347c" providerId="LiveId" clId="{C581A53E-AAE3-407E-A167-06073A01DA01}" dt="2025-04-30T20:05:20.811" v="7560" actId="26606"/>
          <ac:spMkLst>
            <pc:docMk/>
            <pc:sldMk cId="2701819854" sldId="397"/>
            <ac:spMk id="76" creationId="{9775AF3B-5284-4B97-9BB7-55C6FB3699C2}"/>
          </ac:spMkLst>
        </pc:spChg>
        <pc:spChg chg="add del">
          <ac:chgData name="Tim Haxton" userId="d4e3a40a62c7347c" providerId="LiveId" clId="{C581A53E-AAE3-407E-A167-06073A01DA01}" dt="2025-04-30T20:05:21.371" v="7562" actId="26606"/>
          <ac:spMkLst>
            <pc:docMk/>
            <pc:sldMk cId="2701819854" sldId="397"/>
            <ac:spMk id="85" creationId="{3CBA50DB-DBC7-4B6E-B3C1-8FF1EA519791}"/>
          </ac:spMkLst>
        </pc:spChg>
        <pc:spChg chg="add del">
          <ac:chgData name="Tim Haxton" userId="d4e3a40a62c7347c" providerId="LiveId" clId="{C581A53E-AAE3-407E-A167-06073A01DA01}" dt="2025-04-30T20:05:55.082" v="7568" actId="26606"/>
          <ac:spMkLst>
            <pc:docMk/>
            <pc:sldMk cId="2701819854" sldId="397"/>
            <ac:spMk id="93" creationId="{A1351C6B-7343-451F-AB4A-1CE294A4E927}"/>
          </ac:spMkLst>
        </pc:spChg>
        <pc:spChg chg="add del">
          <ac:chgData name="Tim Haxton" userId="d4e3a40a62c7347c" providerId="LiveId" clId="{C581A53E-AAE3-407E-A167-06073A01DA01}" dt="2025-04-30T20:05:21.371" v="7562" actId="26606"/>
          <ac:spMkLst>
            <pc:docMk/>
            <pc:sldMk cId="2701819854" sldId="397"/>
            <ac:spMk id="126" creationId="{A1351C6B-7343-451F-AB4A-1CE294A4E927}"/>
          </ac:spMkLst>
        </pc:spChg>
        <pc:spChg chg="add del">
          <ac:chgData name="Tim Haxton" userId="d4e3a40a62c7347c" providerId="LiveId" clId="{C581A53E-AAE3-407E-A167-06073A01DA01}" dt="2025-04-30T20:05:55.981" v="7570" actId="26606"/>
          <ac:spMkLst>
            <pc:docMk/>
            <pc:sldMk cId="2701819854" sldId="397"/>
            <ac:spMk id="128" creationId="{6697F791-5FFA-4164-899F-EB52EA72B024}"/>
          </ac:spMkLst>
        </pc:spChg>
        <pc:spChg chg="add del">
          <ac:chgData name="Tim Haxton" userId="d4e3a40a62c7347c" providerId="LiveId" clId="{C581A53E-AAE3-407E-A167-06073A01DA01}" dt="2025-04-30T20:05:55.981" v="7570" actId="26606"/>
          <ac:spMkLst>
            <pc:docMk/>
            <pc:sldMk cId="2701819854" sldId="397"/>
            <ac:spMk id="130" creationId="{B773AB25-A422-41AA-9737-5E04C1966DE1}"/>
          </ac:spMkLst>
        </pc:spChg>
        <pc:grpChg chg="add del">
          <ac:chgData name="Tim Haxton" userId="d4e3a40a62c7347c" providerId="LiveId" clId="{C581A53E-AAE3-407E-A167-06073A01DA01}" dt="2025-04-30T20:05:15.283" v="7550" actId="26606"/>
          <ac:grpSpMkLst>
            <pc:docMk/>
            <pc:sldMk cId="2701819854" sldId="397"/>
            <ac:grpSpMk id="14" creationId="{453E4DEE-E996-40F8-8635-0FF43D7348F9}"/>
          </ac:grpSpMkLst>
        </pc:grpChg>
        <pc:grpChg chg="add del">
          <ac:chgData name="Tim Haxton" userId="d4e3a40a62c7347c" providerId="LiveId" clId="{C581A53E-AAE3-407E-A167-06073A01DA01}" dt="2025-04-30T20:05:18.082" v="7556" actId="26606"/>
          <ac:grpSpMkLst>
            <pc:docMk/>
            <pc:sldMk cId="2701819854" sldId="397"/>
            <ac:grpSpMk id="18" creationId="{6AD0D387-1584-4477-B5F8-52B50D4F2205}"/>
          </ac:grpSpMkLst>
        </pc:grpChg>
        <pc:grpChg chg="add del">
          <ac:chgData name="Tim Haxton" userId="d4e3a40a62c7347c" providerId="LiveId" clId="{C581A53E-AAE3-407E-A167-06073A01DA01}" dt="2025-04-30T20:05:18.935" v="7558" actId="26606"/>
          <ac:grpSpMkLst>
            <pc:docMk/>
            <pc:sldMk cId="2701819854" sldId="397"/>
            <ac:grpSpMk id="49" creationId="{453E4DEE-E996-40F8-8635-0FF43D7348F9}"/>
          </ac:grpSpMkLst>
        </pc:grpChg>
        <pc:grpChg chg="add del">
          <ac:chgData name="Tim Haxton" userId="d4e3a40a62c7347c" providerId="LiveId" clId="{C581A53E-AAE3-407E-A167-06073A01DA01}" dt="2025-04-30T20:05:55.082" v="7568" actId="26606"/>
          <ac:grpSpMkLst>
            <pc:docMk/>
            <pc:sldMk cId="2701819854" sldId="397"/>
            <ac:grpSpMk id="52" creationId="{1DED8FB6-AF8D-4D98-913D-E6486FEC1021}"/>
          </ac:grpSpMkLst>
        </pc:grpChg>
        <pc:grpChg chg="add del">
          <ac:chgData name="Tim Haxton" userId="d4e3a40a62c7347c" providerId="LiveId" clId="{C581A53E-AAE3-407E-A167-06073A01DA01}" dt="2025-04-30T20:05:20.811" v="7560" actId="26606"/>
          <ac:grpSpMkLst>
            <pc:docMk/>
            <pc:sldMk cId="2701819854" sldId="397"/>
            <ac:grpSpMk id="77" creationId="{A0F1F7ED-DA39-478F-85DA-317DE08941E8}"/>
          </ac:grpSpMkLst>
        </pc:grpChg>
        <pc:grpChg chg="add del">
          <ac:chgData name="Tim Haxton" userId="d4e3a40a62c7347c" providerId="LiveId" clId="{C581A53E-AAE3-407E-A167-06073A01DA01}" dt="2025-04-30T20:05:21.371" v="7562" actId="26606"/>
          <ac:grpSpMkLst>
            <pc:docMk/>
            <pc:sldMk cId="2701819854" sldId="397"/>
            <ac:grpSpMk id="86" creationId="{1DED8FB6-AF8D-4D98-913D-E6486FEC1021}"/>
          </ac:grpSpMkLst>
        </pc:grpChg>
        <pc:grpChg chg="add del">
          <ac:chgData name="Tim Haxton" userId="d4e3a40a62c7347c" providerId="LiveId" clId="{C581A53E-AAE3-407E-A167-06073A01DA01}" dt="2025-04-30T20:05:55.981" v="7570" actId="26606"/>
          <ac:grpSpMkLst>
            <pc:docMk/>
            <pc:sldMk cId="2701819854" sldId="397"/>
            <ac:grpSpMk id="132" creationId="{6AD0D387-1584-4477-B5F8-52B50D4F2205}"/>
          </ac:grpSpMkLst>
        </pc:grpChg>
        <pc:graphicFrameChg chg="add mod modGraphic">
          <ac:chgData name="Tim Haxton" userId="d4e3a40a62c7347c" providerId="LiveId" clId="{C581A53E-AAE3-407E-A167-06073A01DA01}" dt="2025-04-30T20:13:37.132" v="7669" actId="207"/>
          <ac:graphicFrameMkLst>
            <pc:docMk/>
            <pc:sldMk cId="2701819854" sldId="397"/>
            <ac:graphicFrameMk id="5" creationId="{C8DC643B-D646-0394-D221-B069BABE77EA}"/>
          </ac:graphicFrameMkLst>
        </pc:graphicFrameChg>
        <pc:picChg chg="add del">
          <ac:chgData name="Tim Haxton" userId="d4e3a40a62c7347c" providerId="LiveId" clId="{C581A53E-AAE3-407E-A167-06073A01DA01}" dt="2025-04-30T20:05:18.082" v="7556" actId="26606"/>
          <ac:picMkLst>
            <pc:docMk/>
            <pc:sldMk cId="2701819854" sldId="397"/>
            <ac:picMk id="8" creationId="{4E28A1A9-FB81-4816-AAEA-C3B430946951}"/>
          </ac:picMkLst>
        </pc:picChg>
        <pc:picChg chg="add del">
          <ac:chgData name="Tim Haxton" userId="d4e3a40a62c7347c" providerId="LiveId" clId="{C581A53E-AAE3-407E-A167-06073A01DA01}" dt="2025-04-30T20:05:15.283" v="7550" actId="26606"/>
          <ac:picMkLst>
            <pc:docMk/>
            <pc:sldMk cId="2701819854" sldId="397"/>
            <ac:picMk id="12" creationId="{FE6BA9E6-1D9E-4D30-B528-D49FA1342E4E}"/>
          </ac:picMkLst>
        </pc:picChg>
        <pc:picChg chg="add del">
          <ac:chgData name="Tim Haxton" userId="d4e3a40a62c7347c" providerId="LiveId" clId="{C581A53E-AAE3-407E-A167-06073A01DA01}" dt="2025-04-30T20:05:18.082" v="7556" actId="26606"/>
          <ac:picMkLst>
            <pc:docMk/>
            <pc:sldMk cId="2701819854" sldId="397"/>
            <ac:picMk id="16" creationId="{AF0552B8-DE8C-40DF-B29F-1728E6A10619}"/>
          </ac:picMkLst>
        </pc:picChg>
        <pc:picChg chg="add del">
          <ac:chgData name="Tim Haxton" userId="d4e3a40a62c7347c" providerId="LiveId" clId="{C581A53E-AAE3-407E-A167-06073A01DA01}" dt="2025-04-30T20:05:18.935" v="7558" actId="26606"/>
          <ac:picMkLst>
            <pc:docMk/>
            <pc:sldMk cId="2701819854" sldId="397"/>
            <ac:picMk id="48" creationId="{FE6BA9E6-1D9E-4D30-B528-D49FA1342E4E}"/>
          </ac:picMkLst>
        </pc:picChg>
        <pc:picChg chg="add del">
          <ac:chgData name="Tim Haxton" userId="d4e3a40a62c7347c" providerId="LiveId" clId="{C581A53E-AAE3-407E-A167-06073A01DA01}" dt="2025-04-30T20:05:20.811" v="7560" actId="26606"/>
          <ac:picMkLst>
            <pc:docMk/>
            <pc:sldMk cId="2701819854" sldId="397"/>
            <ac:picMk id="53" creationId="{1B17CCE2-CEEF-40CA-8C4D-0DC2DCA78A23}"/>
          </ac:picMkLst>
        </pc:picChg>
        <pc:picChg chg="add del">
          <ac:chgData name="Tim Haxton" userId="d4e3a40a62c7347c" providerId="LiveId" clId="{C581A53E-AAE3-407E-A167-06073A01DA01}" dt="2025-04-30T20:05:55.082" v="7568" actId="26606"/>
          <ac:picMkLst>
            <pc:docMk/>
            <pc:sldMk cId="2701819854" sldId="397"/>
            <ac:picMk id="92" creationId="{5B3DE270-418F-47A7-B311-C4D876041DC6}"/>
          </ac:picMkLst>
        </pc:picChg>
        <pc:picChg chg="add del">
          <ac:chgData name="Tim Haxton" userId="d4e3a40a62c7347c" providerId="LiveId" clId="{C581A53E-AAE3-407E-A167-06073A01DA01}" dt="2025-04-30T20:05:21.371" v="7562" actId="26606"/>
          <ac:picMkLst>
            <pc:docMk/>
            <pc:sldMk cId="2701819854" sldId="397"/>
            <ac:picMk id="125" creationId="{5B3DE270-418F-47A7-B311-C4D876041DC6}"/>
          </ac:picMkLst>
        </pc:picChg>
        <pc:picChg chg="add del">
          <ac:chgData name="Tim Haxton" userId="d4e3a40a62c7347c" providerId="LiveId" clId="{C581A53E-AAE3-407E-A167-06073A01DA01}" dt="2025-04-30T20:05:55.981" v="7570" actId="26606"/>
          <ac:picMkLst>
            <pc:docMk/>
            <pc:sldMk cId="2701819854" sldId="397"/>
            <ac:picMk id="129" creationId="{4E28A1A9-FB81-4816-AAEA-C3B430946951}"/>
          </ac:picMkLst>
        </pc:picChg>
        <pc:picChg chg="add del">
          <ac:chgData name="Tim Haxton" userId="d4e3a40a62c7347c" providerId="LiveId" clId="{C581A53E-AAE3-407E-A167-06073A01DA01}" dt="2025-04-30T20:05:55.981" v="7570" actId="26606"/>
          <ac:picMkLst>
            <pc:docMk/>
            <pc:sldMk cId="2701819854" sldId="397"/>
            <ac:picMk id="131" creationId="{AF0552B8-DE8C-40DF-B29F-1728E6A10619}"/>
          </ac:picMkLst>
        </pc:picChg>
      </pc:sldChg>
      <pc:sldChg chg="addSp delSp modSp new mod">
        <pc:chgData name="Tim Haxton" userId="d4e3a40a62c7347c" providerId="LiveId" clId="{C581A53E-AAE3-407E-A167-06073A01DA01}" dt="2025-04-30T20:53:22.869" v="8275" actId="20577"/>
        <pc:sldMkLst>
          <pc:docMk/>
          <pc:sldMk cId="3401242126" sldId="398"/>
        </pc:sldMkLst>
        <pc:spChg chg="mod">
          <ac:chgData name="Tim Haxton" userId="d4e3a40a62c7347c" providerId="LiveId" clId="{C581A53E-AAE3-407E-A167-06073A01DA01}" dt="2025-04-30T20:28:23.729" v="7734" actId="20577"/>
          <ac:spMkLst>
            <pc:docMk/>
            <pc:sldMk cId="3401242126" sldId="398"/>
            <ac:spMk id="2" creationId="{7D203041-6AE4-BD2C-B7D9-CFB1C29B4DF6}"/>
          </ac:spMkLst>
        </pc:spChg>
        <pc:spChg chg="mod">
          <ac:chgData name="Tim Haxton" userId="d4e3a40a62c7347c" providerId="LiveId" clId="{C581A53E-AAE3-407E-A167-06073A01DA01}" dt="2025-04-30T20:29:21.131" v="7745" actId="5793"/>
          <ac:spMkLst>
            <pc:docMk/>
            <pc:sldMk cId="3401242126" sldId="398"/>
            <ac:spMk id="3" creationId="{76C33285-B440-E6E8-B3C2-744DF714995F}"/>
          </ac:spMkLst>
        </pc:spChg>
        <pc:graphicFrameChg chg="add del mod modGraphic">
          <ac:chgData name="Tim Haxton" userId="d4e3a40a62c7347c" providerId="LiveId" clId="{C581A53E-AAE3-407E-A167-06073A01DA01}" dt="2025-04-30T20:53:22.869" v="8275" actId="20577"/>
          <ac:graphicFrameMkLst>
            <pc:docMk/>
            <pc:sldMk cId="3401242126" sldId="398"/>
            <ac:graphicFrameMk id="4" creationId="{FA38D12F-A8D2-1108-B358-946C45A92A3E}"/>
          </ac:graphicFrameMkLst>
        </pc:graphicFrameChg>
      </pc:sldChg>
      <pc:sldChg chg="modSp add mod">
        <pc:chgData name="Tim Haxton" userId="d4e3a40a62c7347c" providerId="LiveId" clId="{C581A53E-AAE3-407E-A167-06073A01DA01}" dt="2025-04-30T20:57:22.190" v="8281" actId="20577"/>
        <pc:sldMkLst>
          <pc:docMk/>
          <pc:sldMk cId="3354565014" sldId="399"/>
        </pc:sldMkLst>
        <pc:graphicFrameChg chg="modGraphic">
          <ac:chgData name="Tim Haxton" userId="d4e3a40a62c7347c" providerId="LiveId" clId="{C581A53E-AAE3-407E-A167-06073A01DA01}" dt="2025-04-30T20:57:22.190" v="8281" actId="20577"/>
          <ac:graphicFrameMkLst>
            <pc:docMk/>
            <pc:sldMk cId="3354565014" sldId="399"/>
            <ac:graphicFrameMk id="4" creationId="{4F3CD388-B224-DD88-4C6D-8137908E4611}"/>
          </ac:graphicFrameMkLst>
        </pc:graphicFrameChg>
      </pc:sldChg>
      <pc:sldChg chg="modSp add mod">
        <pc:chgData name="Tim Haxton" userId="d4e3a40a62c7347c" providerId="LiveId" clId="{C581A53E-AAE3-407E-A167-06073A01DA01}" dt="2025-04-30T20:54:14.527" v="8277" actId="20577"/>
        <pc:sldMkLst>
          <pc:docMk/>
          <pc:sldMk cId="3985592003" sldId="400"/>
        </pc:sldMkLst>
        <pc:graphicFrameChg chg="mod modGraphic">
          <ac:chgData name="Tim Haxton" userId="d4e3a40a62c7347c" providerId="LiveId" clId="{C581A53E-AAE3-407E-A167-06073A01DA01}" dt="2025-04-30T20:54:14.527" v="8277" actId="20577"/>
          <ac:graphicFrameMkLst>
            <pc:docMk/>
            <pc:sldMk cId="3985592003" sldId="400"/>
            <ac:graphicFrameMk id="4" creationId="{DC6BE480-A45C-2BA3-2089-B43FEB7005A8}"/>
          </ac:graphicFrameMkLst>
        </pc:graphicFrameChg>
      </pc:sldChg>
    </pc:docChg>
  </pc:docChgLst>
  <pc:docChgLst>
    <pc:chgData name="Cooper Wolf" userId="c8315c998c98f914" providerId="Windows Live" clId="Web-{316C05AE-AEE3-8045-A8F9-C763082F260E}"/>
    <pc:docChg chg="modSld">
      <pc:chgData name="Cooper Wolf" userId="c8315c998c98f914" providerId="Windows Live" clId="Web-{316C05AE-AEE3-8045-A8F9-C763082F260E}" dt="2025-04-28T20:47:26.691" v="17" actId="20577"/>
      <pc:docMkLst>
        <pc:docMk/>
      </pc:docMkLst>
      <pc:sldChg chg="modSp">
        <pc:chgData name="Cooper Wolf" userId="c8315c998c98f914" providerId="Windows Live" clId="Web-{316C05AE-AEE3-8045-A8F9-C763082F260E}" dt="2025-04-28T20:47:11.347" v="13" actId="20577"/>
        <pc:sldMkLst>
          <pc:docMk/>
          <pc:sldMk cId="635886479" sldId="373"/>
        </pc:sldMkLst>
        <pc:spChg chg="mod">
          <ac:chgData name="Cooper Wolf" userId="c8315c998c98f914" providerId="Windows Live" clId="Web-{316C05AE-AEE3-8045-A8F9-C763082F260E}" dt="2025-04-28T20:47:11.347" v="13" actId="20577"/>
          <ac:spMkLst>
            <pc:docMk/>
            <pc:sldMk cId="635886479" sldId="373"/>
            <ac:spMk id="3" creationId="{17CCC60D-7ECE-942F-EDD1-DD5883B1EF67}"/>
          </ac:spMkLst>
        </pc:spChg>
      </pc:sldChg>
      <pc:sldChg chg="modSp">
        <pc:chgData name="Cooper Wolf" userId="c8315c998c98f914" providerId="Windows Live" clId="Web-{316C05AE-AEE3-8045-A8F9-C763082F260E}" dt="2025-04-28T20:47:18.206" v="14" actId="20577"/>
        <pc:sldMkLst>
          <pc:docMk/>
          <pc:sldMk cId="1668291362" sldId="377"/>
        </pc:sldMkLst>
        <pc:spChg chg="mod">
          <ac:chgData name="Cooper Wolf" userId="c8315c998c98f914" providerId="Windows Live" clId="Web-{316C05AE-AEE3-8045-A8F9-C763082F260E}" dt="2025-04-28T20:47:18.206" v="14" actId="20577"/>
          <ac:spMkLst>
            <pc:docMk/>
            <pc:sldMk cId="1668291362" sldId="377"/>
            <ac:spMk id="3" creationId="{E3DD4D2B-9715-96C6-0893-C3D2E795F44D}"/>
          </ac:spMkLst>
        </pc:spChg>
      </pc:sldChg>
      <pc:sldChg chg="modSp">
        <pc:chgData name="Cooper Wolf" userId="c8315c998c98f914" providerId="Windows Live" clId="Web-{316C05AE-AEE3-8045-A8F9-C763082F260E}" dt="2025-04-28T20:47:26.691" v="17" actId="20577"/>
        <pc:sldMkLst>
          <pc:docMk/>
          <pc:sldMk cId="743844743" sldId="378"/>
        </pc:sldMkLst>
        <pc:spChg chg="mod">
          <ac:chgData name="Cooper Wolf" userId="c8315c998c98f914" providerId="Windows Live" clId="Web-{316C05AE-AEE3-8045-A8F9-C763082F260E}" dt="2025-04-28T20:47:26.691" v="17" actId="20577"/>
          <ac:spMkLst>
            <pc:docMk/>
            <pc:sldMk cId="743844743" sldId="378"/>
            <ac:spMk id="3" creationId="{2909AF5F-644E-02CD-E8F7-7E3374118E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1478570"/>
            <a:ext cx="7429499" cy="431263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9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8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4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0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3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0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88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5064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53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0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4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B5F65-1B77-4BE4-A6CE-8F5A71791CC6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7017C-4E88-485B-9696-54C6B8376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9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B5F65-1B77-4BE4-A6CE-8F5A71791CC6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017C-4E88-485B-9696-54C6B8376A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464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765" y="-182193"/>
            <a:ext cx="6593681" cy="2387600"/>
          </a:xfrm>
        </p:spPr>
        <p:txBody>
          <a:bodyPr anchor="ctr"/>
          <a:lstStyle/>
          <a:p>
            <a:pPr algn="ctr"/>
            <a:r>
              <a:rPr lang="en-US" b="1"/>
              <a:t>HHH – THE RIDE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398" y="4486531"/>
            <a:ext cx="659368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 Kings of code software package 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Tim Haxton (lead), Cooper wolf, Jon scales</a:t>
            </a:r>
          </a:p>
          <a:p>
            <a:pPr algn="ctr"/>
            <a:r>
              <a:rPr lang="en-US" b="1">
                <a:solidFill>
                  <a:schemeClr val="tx1"/>
                </a:solidFill>
              </a:rPr>
              <a:t>Iteration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40486-F1A1-EACD-3D74-E0483FD8C7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82611"/>
            <a:ext cx="1249455" cy="12494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3070" y="1438531"/>
            <a:ext cx="2056339" cy="271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7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895F-1526-D395-FDC8-94001195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About: HHH - The Ride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122EB-FEA1-F524-A242-8A754AFEC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478570"/>
            <a:ext cx="7754522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HHH –The Ride App is a companion app for attendees and organizers of the </a:t>
            </a:r>
            <a:r>
              <a:rPr lang="en-US" err="1"/>
              <a:t>Hotter'N</a:t>
            </a:r>
            <a:r>
              <a:rPr lang="en-US"/>
              <a:t> Hell Hundred weekend biking event held </a:t>
            </a:r>
            <a:r>
              <a:rPr lang="en-US">
                <a:latin typeface="TW Cen MT"/>
              </a:rPr>
              <a:t>annually </a:t>
            </a:r>
            <a:r>
              <a:rPr lang="en-US"/>
              <a:t>in Wichita Falls, Texas.</a:t>
            </a:r>
          </a:p>
          <a:p>
            <a:r>
              <a:rPr lang="en-US"/>
              <a:t>This app is a primarily interactive system that allows users to register for events, view event schedules, local information, &amp; route maps, as well as contact support personnel. </a:t>
            </a:r>
          </a:p>
          <a:p>
            <a:r>
              <a:rPr lang="en-US"/>
              <a:t>The app maintains a database of users and ride participants with their associated registration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277192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869D-38B6-EE28-74B4-B8B95B3A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428" y="0"/>
            <a:ext cx="6931130" cy="1077708"/>
          </a:xfrm>
        </p:spPr>
        <p:txBody>
          <a:bodyPr/>
          <a:lstStyle/>
          <a:p>
            <a:r>
              <a:rPr lang="en-US"/>
              <a:t>Use cases –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CC60D-7ECE-942F-EDD1-DD5883B1E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49" y="1077708"/>
            <a:ext cx="8144550" cy="542845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>
                <a:solidFill>
                  <a:srgbClr val="FFFF00"/>
                </a:solidFill>
              </a:rPr>
              <a:t>UC01: </a:t>
            </a:r>
            <a:r>
              <a:rPr lang="en-US" kern="100">
                <a:solidFill>
                  <a:srgbClr val="FFFF00"/>
                </a:solidFill>
                <a:effectLst/>
                <a:ea typeface="Aptos" panose="020B0004020202020204" pitchFamily="34" charset="0"/>
                <a:cs typeface="Arial"/>
              </a:rPr>
              <a:t>View events (Actor: User, System: HHH – The Ride App)</a:t>
            </a:r>
            <a:endParaRPr lang="en-US">
              <a:solidFill>
                <a:srgbClr val="FFFF00"/>
              </a:solidFill>
              <a:cs typeface="Arial"/>
            </a:endParaRPr>
          </a:p>
          <a:p>
            <a:r>
              <a:rPr lang="en-US">
                <a:solidFill>
                  <a:srgbClr val="FFFF00"/>
                </a:solidFill>
              </a:rPr>
              <a:t>UC02: Set calendar event (Actor: User, System: HHH – The Ride App)</a:t>
            </a:r>
          </a:p>
          <a:p>
            <a:r>
              <a:rPr lang="en-US"/>
              <a:t>UC03: </a:t>
            </a:r>
            <a:r>
              <a:rPr lang="en-US">
                <a:effectLst/>
                <a:ea typeface="Aptos" panose="020B0004020202020204" pitchFamily="34" charset="0"/>
              </a:rPr>
              <a:t>View tradeshow vendor list (Actor: User, System: HHH – The</a:t>
            </a:r>
            <a:br>
              <a:rPr lang="en-US">
                <a:ea typeface="Aptos" panose="020B0004020202020204" pitchFamily="34" charset="0"/>
              </a:rPr>
            </a:br>
            <a:r>
              <a:rPr lang="en-US">
                <a:ea typeface="Aptos" panose="020B0004020202020204" pitchFamily="34" charset="0"/>
              </a:rPr>
              <a:t>        </a:t>
            </a:r>
            <a:r>
              <a:rPr lang="en-US">
                <a:effectLst/>
                <a:ea typeface="Aptos" panose="020B0004020202020204" pitchFamily="34" charset="0"/>
              </a:rPr>
              <a:t>Ride App)</a:t>
            </a:r>
            <a:endParaRPr lang="en-US"/>
          </a:p>
          <a:p>
            <a:r>
              <a:rPr lang="en-US">
                <a:solidFill>
                  <a:srgbClr val="FFFF00"/>
                </a:solidFill>
              </a:rPr>
              <a:t>UC04: View map (Actor: User, System: HHH – The Ride App)</a:t>
            </a:r>
          </a:p>
          <a:p>
            <a:r>
              <a:rPr lang="en-US"/>
              <a:t>UC05: View HHH route maps &amp; tracker (Actor: User, System: HHH –</a:t>
            </a:r>
            <a:br>
              <a:rPr lang="en-US"/>
            </a:br>
            <a:r>
              <a:rPr lang="en-US"/>
              <a:t>         The Ride App)</a:t>
            </a:r>
          </a:p>
          <a:p>
            <a:r>
              <a:rPr lang="en-US"/>
              <a:t>UC06: View local information guide links (Actor: User, System: HHH –</a:t>
            </a:r>
            <a:br>
              <a:rPr lang="en-US"/>
            </a:br>
            <a:r>
              <a:rPr lang="en-US"/>
              <a:t>          The Ride App)</a:t>
            </a:r>
          </a:p>
          <a:p>
            <a:r>
              <a:rPr lang="en-US">
                <a:solidFill>
                  <a:srgbClr val="FFFF00"/>
                </a:solidFill>
              </a:rPr>
              <a:t>UC07: Register for ride event (Actor: User, System: HHH-The Ride</a:t>
            </a:r>
            <a:br>
              <a:rPr lang="en-US"/>
            </a:br>
            <a:r>
              <a:rPr lang="en-US">
                <a:solidFill>
                  <a:srgbClr val="FFFF00"/>
                </a:solidFill>
              </a:rPr>
              <a:t>          App)</a:t>
            </a:r>
          </a:p>
        </p:txBody>
      </p:sp>
    </p:spTree>
    <p:extLst>
      <p:ext uri="{BB962C8B-B14F-4D97-AF65-F5344CB8AC3E}">
        <p14:creationId xmlns:p14="http://schemas.microsoft.com/office/powerpoint/2010/main" val="63588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536D-6269-25F1-7367-E9384205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9D73-814A-D49C-9C26-C4E150866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428" y="0"/>
            <a:ext cx="6931130" cy="1077708"/>
          </a:xfrm>
        </p:spPr>
        <p:txBody>
          <a:bodyPr/>
          <a:lstStyle/>
          <a:p>
            <a:r>
              <a:rPr lang="en-US"/>
              <a:t>Use cases –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89DD9-8ECD-CE5D-5F29-D614BE24D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49" y="1077708"/>
            <a:ext cx="8144550" cy="542845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UC08: Contact SAG (Actor: Participant, System: HHH – The Ride </a:t>
            </a:r>
            <a:br>
              <a:rPr lang="en-US"/>
            </a:br>
            <a:r>
              <a:rPr lang="en-US"/>
              <a:t>        App)</a:t>
            </a:r>
          </a:p>
          <a:p>
            <a:r>
              <a:rPr lang="en-US"/>
              <a:t>UC09: View on-site registration database (Actor: Volunteer,</a:t>
            </a:r>
            <a:br>
              <a:rPr lang="en-US"/>
            </a:br>
            <a:r>
              <a:rPr lang="en-US"/>
              <a:t>        System: HHH – The Ride App</a:t>
            </a:r>
          </a:p>
          <a:p>
            <a:r>
              <a:rPr lang="en-US"/>
              <a:t>UC10: Assign rider bib number (Actor: Volunteer, System: HHH-</a:t>
            </a:r>
            <a:br>
              <a:rPr lang="en-US"/>
            </a:br>
            <a:r>
              <a:rPr lang="en-US"/>
              <a:t>          The Ride App)</a:t>
            </a:r>
          </a:p>
          <a:p>
            <a:r>
              <a:rPr lang="en-US"/>
              <a:t>UC11: Respond to SAG request </a:t>
            </a:r>
            <a:r>
              <a:rPr lang="en-US">
                <a:latin typeface="TW Cen MT"/>
              </a:rPr>
              <a:t>(Actor: Volunteer, System: </a:t>
            </a:r>
            <a:br>
              <a:rPr lang="en-US">
                <a:latin typeface="TW Cen MT"/>
              </a:rPr>
            </a:br>
            <a:r>
              <a:rPr lang="en-US">
                <a:latin typeface="TW Cen MT"/>
              </a:rPr>
              <a:t>          HHH- The Ride App)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r>
              <a:rPr lang="en-US">
                <a:solidFill>
                  <a:srgbClr val="FFFF00"/>
                </a:solidFill>
                <a:latin typeface="TW Cen MT"/>
              </a:rPr>
              <a:t>UC12: Volunteer login (Actor: Volunteer, System:  HHH- The</a:t>
            </a:r>
            <a:br>
              <a:rPr lang="en-US">
                <a:solidFill>
                  <a:srgbClr val="FFFF00"/>
                </a:solidFill>
                <a:latin typeface="TW Cen MT"/>
              </a:rPr>
            </a:br>
            <a:r>
              <a:rPr lang="en-US">
                <a:solidFill>
                  <a:srgbClr val="FFFF00"/>
                </a:solidFill>
                <a:latin typeface="TW Cen MT"/>
              </a:rPr>
              <a:t>          Ride App)</a:t>
            </a:r>
          </a:p>
          <a:p>
            <a:r>
              <a:rPr lang="en-US">
                <a:latin typeface="TW Cen MT"/>
              </a:rPr>
              <a:t>UC13: Create profile (Actor: User, System: HHH- The Ride App)</a:t>
            </a:r>
            <a:endParaRPr lang="en-US">
              <a:solidFill>
                <a:srgbClr val="000000"/>
              </a:solidFill>
              <a:latin typeface="TW Cen MT"/>
            </a:endParaRPr>
          </a:p>
          <a:p>
            <a:endParaRPr lang="en-US">
              <a:latin typeface="TW Cen MT"/>
            </a:endParaRPr>
          </a:p>
          <a:p>
            <a:endParaRPr lang="en-US">
              <a:latin typeface="TW Cen M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3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76FD-B220-0BBF-C1F7-7C5C454E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838" y="0"/>
            <a:ext cx="7429499" cy="963147"/>
          </a:xfrm>
        </p:spPr>
        <p:txBody>
          <a:bodyPr/>
          <a:lstStyle/>
          <a:p>
            <a:r>
              <a:rPr lang="en-US"/>
              <a:t>Abstract use case diagram</a:t>
            </a:r>
          </a:p>
        </p:txBody>
      </p:sp>
      <p:pic>
        <p:nvPicPr>
          <p:cNvPr id="4" name="Picture 3" descr="A diagram of a person&amp;#39;s work flow&#10;&#10;AI-generated content may be incorrect.">
            <a:extLst>
              <a:ext uri="{FF2B5EF4-FFF2-40B4-BE49-F238E27FC236}">
                <a16:creationId xmlns:a16="http://schemas.microsoft.com/office/drawing/2014/main" id="{C2EDA070-2CED-1C40-9D15-72EF9D84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60" y="825165"/>
            <a:ext cx="8079707" cy="570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2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8138-034E-B97B-AC8E-7F352A62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CA85-F41B-F086-5489-9F1DF0868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681" y="1001869"/>
            <a:ext cx="8762096" cy="539604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u="sng"/>
              <a:t>UC01: View Events</a:t>
            </a:r>
          </a:p>
          <a:p>
            <a:pPr marL="0" indent="0">
              <a:buNone/>
            </a:pPr>
            <a:r>
              <a:rPr lang="en-US"/>
              <a:t>TUCBW user clicks Maps, Info, &amp; Events button</a:t>
            </a:r>
          </a:p>
          <a:p>
            <a:pPr marL="0" indent="0">
              <a:buNone/>
            </a:pPr>
            <a:r>
              <a:rPr lang="en-US"/>
              <a:t>TUCEW user sees race &amp; ride start times, venue event times, or consumer show hours</a:t>
            </a:r>
          </a:p>
          <a:p>
            <a:pPr marL="0" indent="0">
              <a:buNone/>
            </a:pPr>
            <a:r>
              <a:rPr lang="en-US" b="1" u="sng"/>
              <a:t>UC02: Set Calendar Event</a:t>
            </a:r>
          </a:p>
          <a:p>
            <a:pPr marL="0" indent="0">
              <a:buNone/>
            </a:pPr>
            <a:r>
              <a:rPr lang="en-US"/>
              <a:t>TUCBW user clicks a set calendar icon for an event</a:t>
            </a:r>
          </a:p>
          <a:p>
            <a:pPr marL="0" indent="0">
              <a:buNone/>
            </a:pPr>
            <a:r>
              <a:rPr lang="en-US"/>
              <a:t>TUCEW user saves calendar event and returns to HHH – The Ride App</a:t>
            </a:r>
          </a:p>
          <a:p>
            <a:pPr marL="0" indent="0">
              <a:buNone/>
            </a:pPr>
            <a:r>
              <a:rPr lang="en-US" b="1" u="sng"/>
              <a:t>UC03: View Consumer Show Vendor List</a:t>
            </a:r>
          </a:p>
          <a:p>
            <a:pPr marL="0" indent="0">
              <a:buNone/>
            </a:pPr>
            <a:r>
              <a:rPr lang="en-US"/>
              <a:t>TUCBW user clicks Maps, Info &amp; Events button</a:t>
            </a:r>
          </a:p>
          <a:p>
            <a:pPr marL="0" indent="0">
              <a:buNone/>
            </a:pPr>
            <a:r>
              <a:rPr lang="en-US"/>
              <a:t>TUCEW user sees the list of consumer show vendors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7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DD74-650C-A78A-2648-02E570DC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A123-2004-5CF4-0746-87116112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D4D2B-9715-96C6-0893-C3D2E795F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34" y="1110210"/>
            <a:ext cx="8404570" cy="503851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b="1" u="sng"/>
              <a:t>UC04: View Map</a:t>
            </a:r>
          </a:p>
          <a:p>
            <a:pPr marL="0" indent="0">
              <a:buNone/>
            </a:pPr>
            <a:r>
              <a:rPr lang="en-US"/>
              <a:t>TUCBW user clicks Maps, Info &amp; Events button</a:t>
            </a:r>
          </a:p>
          <a:p>
            <a:pPr marL="0" indent="0">
              <a:buNone/>
            </a:pPr>
            <a:r>
              <a:rPr lang="en-US"/>
              <a:t>TUCEW user sees MPEC parking map, RV parking map, or start line map</a:t>
            </a:r>
          </a:p>
          <a:p>
            <a:pPr marL="0" indent="0">
              <a:buNone/>
            </a:pPr>
            <a:r>
              <a:rPr lang="en-US" b="1" u="sng"/>
              <a:t>UC05: View Route Maps &amp; Tracker</a:t>
            </a:r>
          </a:p>
          <a:p>
            <a:pPr marL="0" indent="0">
              <a:buNone/>
            </a:pPr>
            <a:r>
              <a:rPr lang="en-US"/>
              <a:t>TUCBW user clicks Maps, Info &amp; Events button</a:t>
            </a:r>
          </a:p>
          <a:p>
            <a:pPr marL="0" indent="0">
              <a:buNone/>
            </a:pPr>
            <a:r>
              <a:rPr lang="en-US"/>
              <a:t>TUCEW user sees the selected map</a:t>
            </a:r>
          </a:p>
          <a:p>
            <a:pPr marL="0" indent="0">
              <a:buNone/>
            </a:pPr>
            <a:r>
              <a:rPr lang="en-US" b="1" u="sng"/>
              <a:t>UC07: Register for ride event</a:t>
            </a:r>
          </a:p>
          <a:p>
            <a:pPr marL="0" indent="0">
              <a:buNone/>
            </a:pPr>
            <a:r>
              <a:rPr lang="en-US"/>
              <a:t>TUCBW user clicks On Site Registration button</a:t>
            </a:r>
          </a:p>
          <a:p>
            <a:pPr marL="0" indent="0">
              <a:buNone/>
            </a:pPr>
            <a:r>
              <a:rPr lang="en-US"/>
              <a:t>TUCEW user sees the Payment page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9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FA4CB-28B2-0422-DB08-35BE74895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B2F9-5BC2-3C96-471A-1A488A37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9AF5F-644E-02CD-E8F7-7E337411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u="sng"/>
              <a:t>UC08: Contact SAG</a:t>
            </a:r>
          </a:p>
          <a:p>
            <a:pPr marL="0" indent="0">
              <a:buNone/>
            </a:pPr>
            <a:r>
              <a:rPr lang="en-US"/>
              <a:t>TUCBW participant clicks Call SAG button</a:t>
            </a:r>
          </a:p>
          <a:p>
            <a:pPr marL="0" indent="0">
              <a:buNone/>
            </a:pPr>
            <a:r>
              <a:rPr lang="en-US"/>
              <a:t>TUCEW participant dials the SAG dispatch center </a:t>
            </a:r>
          </a:p>
          <a:p>
            <a:pPr marL="0" indent="0">
              <a:buNone/>
            </a:pPr>
            <a:r>
              <a:rPr lang="en-US" b="1" u="sng"/>
              <a:t>UC09: View On-site Registration Database</a:t>
            </a:r>
          </a:p>
          <a:p>
            <a:pPr marL="0" indent="0">
              <a:buNone/>
            </a:pPr>
            <a:r>
              <a:rPr lang="en-US"/>
              <a:t>TUCBW volunteer clicks View Riders List button</a:t>
            </a:r>
          </a:p>
          <a:p>
            <a:pPr marL="0" indent="0">
              <a:buNone/>
            </a:pPr>
            <a:r>
              <a:rPr lang="en-US"/>
              <a:t>TUCEW volunteer views the database web page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4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C1CB-0E89-09DB-CBA3-E745F591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Plan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21E6B7-72B2-735A-9E47-9D14FC9E7D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015807"/>
              </p:ext>
            </p:extLst>
          </p:nvPr>
        </p:nvGraphicFramePr>
        <p:xfrm>
          <a:off x="855663" y="1477963"/>
          <a:ext cx="74295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344167038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427966574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303479058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1481727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850041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Iteration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Iteration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Iteration 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Iteration #4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994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494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02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79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26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10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791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684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57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95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3041-6AE4-BD2C-B7D9-CFB1C29B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38D12F-A8D2-1108-B358-946C45A92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8865"/>
              </p:ext>
            </p:extLst>
          </p:nvPr>
        </p:nvGraphicFramePr>
        <p:xfrm>
          <a:off x="303355" y="1744293"/>
          <a:ext cx="858600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598">
                  <a:extLst>
                    <a:ext uri="{9D8B030D-6E8A-4147-A177-3AD203B41FA5}">
                      <a16:colId xmlns:a16="http://schemas.microsoft.com/office/drawing/2014/main" val="3409347350"/>
                    </a:ext>
                  </a:extLst>
                </a:gridCol>
                <a:gridCol w="1418321">
                  <a:extLst>
                    <a:ext uri="{9D8B030D-6E8A-4147-A177-3AD203B41FA5}">
                      <a16:colId xmlns:a16="http://schemas.microsoft.com/office/drawing/2014/main" val="1515465171"/>
                    </a:ext>
                  </a:extLst>
                </a:gridCol>
                <a:gridCol w="1136434">
                  <a:extLst>
                    <a:ext uri="{9D8B030D-6E8A-4147-A177-3AD203B41FA5}">
                      <a16:colId xmlns:a16="http://schemas.microsoft.com/office/drawing/2014/main" val="2067019737"/>
                    </a:ext>
                  </a:extLst>
                </a:gridCol>
                <a:gridCol w="836101">
                  <a:extLst>
                    <a:ext uri="{9D8B030D-6E8A-4147-A177-3AD203B41FA5}">
                      <a16:colId xmlns:a16="http://schemas.microsoft.com/office/drawing/2014/main" val="1320996184"/>
                    </a:ext>
                  </a:extLst>
                </a:gridCol>
                <a:gridCol w="859328">
                  <a:extLst>
                    <a:ext uri="{9D8B030D-6E8A-4147-A177-3AD203B41FA5}">
                      <a16:colId xmlns:a16="http://schemas.microsoft.com/office/drawing/2014/main" val="505196977"/>
                    </a:ext>
                  </a:extLst>
                </a:gridCol>
                <a:gridCol w="975452">
                  <a:extLst>
                    <a:ext uri="{9D8B030D-6E8A-4147-A177-3AD203B41FA5}">
                      <a16:colId xmlns:a16="http://schemas.microsoft.com/office/drawing/2014/main" val="3978528734"/>
                    </a:ext>
                  </a:extLst>
                </a:gridCol>
                <a:gridCol w="850771">
                  <a:extLst>
                    <a:ext uri="{9D8B030D-6E8A-4147-A177-3AD203B41FA5}">
                      <a16:colId xmlns:a16="http://schemas.microsoft.com/office/drawing/2014/main" val="1923829655"/>
                    </a:ext>
                  </a:extLst>
                </a:gridCol>
                <a:gridCol w="867882">
                  <a:extLst>
                    <a:ext uri="{9D8B030D-6E8A-4147-A177-3AD203B41FA5}">
                      <a16:colId xmlns:a16="http://schemas.microsoft.com/office/drawing/2014/main" val="2137638307"/>
                    </a:ext>
                  </a:extLst>
                </a:gridCol>
                <a:gridCol w="1040120">
                  <a:extLst>
                    <a:ext uri="{9D8B030D-6E8A-4147-A177-3AD203B41FA5}">
                      <a16:colId xmlns:a16="http://schemas.microsoft.com/office/drawing/2014/main" val="1577155872"/>
                    </a:ext>
                  </a:extLst>
                </a:gridCol>
              </a:tblGrid>
              <a:tr h="431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W Cen MT"/>
                        </a:rPr>
                        <a:t>Req</a:t>
                      </a:r>
                      <a:endParaRPr 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Business Process?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Begin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End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Useful Task for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Is Use Case?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44726480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View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689673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Set Calendar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19824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View</a:t>
                      </a:r>
                      <a:br>
                        <a:rPr lang="en-US"/>
                      </a:br>
                      <a:r>
                        <a:rPr lang="en-US"/>
                        <a:t>Vendor</a:t>
                      </a:r>
                      <a:br>
                        <a:rPr lang="en-US"/>
                      </a:br>
                      <a:r>
                        <a:rPr lang="en-US"/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76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242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B169-FE15-8103-4B3E-8E610BE3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BDC9-62E7-AA2E-1423-4E4FBB63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3CD388-B224-DD88-4C6D-8137908E4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7381"/>
              </p:ext>
            </p:extLst>
          </p:nvPr>
        </p:nvGraphicFramePr>
        <p:xfrm>
          <a:off x="340206" y="1812936"/>
          <a:ext cx="86456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237">
                  <a:extLst>
                    <a:ext uri="{9D8B030D-6E8A-4147-A177-3AD203B41FA5}">
                      <a16:colId xmlns:a16="http://schemas.microsoft.com/office/drawing/2014/main" val="3409347350"/>
                    </a:ext>
                  </a:extLst>
                </a:gridCol>
                <a:gridCol w="1248890">
                  <a:extLst>
                    <a:ext uri="{9D8B030D-6E8A-4147-A177-3AD203B41FA5}">
                      <a16:colId xmlns:a16="http://schemas.microsoft.com/office/drawing/2014/main" val="1515465171"/>
                    </a:ext>
                  </a:extLst>
                </a:gridCol>
                <a:gridCol w="1023068">
                  <a:extLst>
                    <a:ext uri="{9D8B030D-6E8A-4147-A177-3AD203B41FA5}">
                      <a16:colId xmlns:a16="http://schemas.microsoft.com/office/drawing/2014/main" val="2067019737"/>
                    </a:ext>
                  </a:extLst>
                </a:gridCol>
                <a:gridCol w="1021804">
                  <a:extLst>
                    <a:ext uri="{9D8B030D-6E8A-4147-A177-3AD203B41FA5}">
                      <a16:colId xmlns:a16="http://schemas.microsoft.com/office/drawing/2014/main" val="1320996184"/>
                    </a:ext>
                  </a:extLst>
                </a:gridCol>
                <a:gridCol w="798472">
                  <a:extLst>
                    <a:ext uri="{9D8B030D-6E8A-4147-A177-3AD203B41FA5}">
                      <a16:colId xmlns:a16="http://schemas.microsoft.com/office/drawing/2014/main" val="505196977"/>
                    </a:ext>
                  </a:extLst>
                </a:gridCol>
                <a:gridCol w="1137461">
                  <a:extLst>
                    <a:ext uri="{9D8B030D-6E8A-4147-A177-3AD203B41FA5}">
                      <a16:colId xmlns:a16="http://schemas.microsoft.com/office/drawing/2014/main" val="3978528734"/>
                    </a:ext>
                  </a:extLst>
                </a:gridCol>
                <a:gridCol w="884427">
                  <a:extLst>
                    <a:ext uri="{9D8B030D-6E8A-4147-A177-3AD203B41FA5}">
                      <a16:colId xmlns:a16="http://schemas.microsoft.com/office/drawing/2014/main" val="1923829655"/>
                    </a:ext>
                  </a:extLst>
                </a:gridCol>
                <a:gridCol w="873906">
                  <a:extLst>
                    <a:ext uri="{9D8B030D-6E8A-4147-A177-3AD203B41FA5}">
                      <a16:colId xmlns:a16="http://schemas.microsoft.com/office/drawing/2014/main" val="2137638307"/>
                    </a:ext>
                  </a:extLst>
                </a:gridCol>
                <a:gridCol w="1047343">
                  <a:extLst>
                    <a:ext uri="{9D8B030D-6E8A-4147-A177-3AD203B41FA5}">
                      <a16:colId xmlns:a16="http://schemas.microsoft.com/office/drawing/2014/main" val="1577155872"/>
                    </a:ext>
                  </a:extLst>
                </a:gridCol>
              </a:tblGrid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Req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Business Process?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Begin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End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Useful Task for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Is Use Case?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44726480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View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689673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View Route Maps &amp;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19824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Register for Ride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76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6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363F-019C-0CEC-051F-16028B8F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3EF6-9685-2849-1614-A003C870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tables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6BE480-A45C-2BA3-2089-B43FEB700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72683"/>
              </p:ext>
            </p:extLst>
          </p:nvPr>
        </p:nvGraphicFramePr>
        <p:xfrm>
          <a:off x="175205" y="1635240"/>
          <a:ext cx="893110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26">
                  <a:extLst>
                    <a:ext uri="{9D8B030D-6E8A-4147-A177-3AD203B41FA5}">
                      <a16:colId xmlns:a16="http://schemas.microsoft.com/office/drawing/2014/main" val="3409347350"/>
                    </a:ext>
                  </a:extLst>
                </a:gridCol>
                <a:gridCol w="1387034">
                  <a:extLst>
                    <a:ext uri="{9D8B030D-6E8A-4147-A177-3AD203B41FA5}">
                      <a16:colId xmlns:a16="http://schemas.microsoft.com/office/drawing/2014/main" val="1515465171"/>
                    </a:ext>
                  </a:extLst>
                </a:gridCol>
                <a:gridCol w="1086520">
                  <a:extLst>
                    <a:ext uri="{9D8B030D-6E8A-4147-A177-3AD203B41FA5}">
                      <a16:colId xmlns:a16="http://schemas.microsoft.com/office/drawing/2014/main" val="2067019737"/>
                    </a:ext>
                  </a:extLst>
                </a:gridCol>
                <a:gridCol w="954595">
                  <a:extLst>
                    <a:ext uri="{9D8B030D-6E8A-4147-A177-3AD203B41FA5}">
                      <a16:colId xmlns:a16="http://schemas.microsoft.com/office/drawing/2014/main" val="1320996184"/>
                    </a:ext>
                  </a:extLst>
                </a:gridCol>
                <a:gridCol w="822309">
                  <a:extLst>
                    <a:ext uri="{9D8B030D-6E8A-4147-A177-3AD203B41FA5}">
                      <a16:colId xmlns:a16="http://schemas.microsoft.com/office/drawing/2014/main" val="505196977"/>
                    </a:ext>
                  </a:extLst>
                </a:gridCol>
                <a:gridCol w="969881">
                  <a:extLst>
                    <a:ext uri="{9D8B030D-6E8A-4147-A177-3AD203B41FA5}">
                      <a16:colId xmlns:a16="http://schemas.microsoft.com/office/drawing/2014/main" val="3978528734"/>
                    </a:ext>
                  </a:extLst>
                </a:gridCol>
                <a:gridCol w="842854">
                  <a:extLst>
                    <a:ext uri="{9D8B030D-6E8A-4147-A177-3AD203B41FA5}">
                      <a16:colId xmlns:a16="http://schemas.microsoft.com/office/drawing/2014/main" val="1923829655"/>
                    </a:ext>
                  </a:extLst>
                </a:gridCol>
                <a:gridCol w="1157595">
                  <a:extLst>
                    <a:ext uri="{9D8B030D-6E8A-4147-A177-3AD203B41FA5}">
                      <a16:colId xmlns:a16="http://schemas.microsoft.com/office/drawing/2014/main" val="2137638307"/>
                    </a:ext>
                  </a:extLst>
                </a:gridCol>
                <a:gridCol w="1157595">
                  <a:extLst>
                    <a:ext uri="{9D8B030D-6E8A-4147-A177-3AD203B41FA5}">
                      <a16:colId xmlns:a16="http://schemas.microsoft.com/office/drawing/2014/main" val="1577155872"/>
                    </a:ext>
                  </a:extLst>
                </a:gridCol>
              </a:tblGrid>
              <a:tr h="43126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W Cen MT"/>
                        </a:rPr>
                        <a:t>Req</a:t>
                      </a:r>
                      <a:endParaRPr 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Business Process?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Begin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End w/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Useful Task for Actor?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Is Use Case?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244726480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Contact SAG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Participant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689673"/>
                  </a:ext>
                </a:extLst>
              </a:tr>
              <a:tr h="43126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View On-Site Registration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Volunteer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19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592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B655-7177-EC7A-14D1-A2C869A3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US"/>
              <a:t>Role-based partition</a:t>
            </a:r>
          </a:p>
        </p:txBody>
      </p:sp>
      <p:graphicFrame>
        <p:nvGraphicFramePr>
          <p:cNvPr id="158" name="Content Placeholder 3">
            <a:extLst>
              <a:ext uri="{FF2B5EF4-FFF2-40B4-BE49-F238E27FC236}">
                <a16:creationId xmlns:a16="http://schemas.microsoft.com/office/drawing/2014/main" id="{8486120F-6ACA-413C-96AF-FB764DFC9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010789"/>
              </p:ext>
            </p:extLst>
          </p:nvPr>
        </p:nvGraphicFramePr>
        <p:xfrm>
          <a:off x="455033" y="2285999"/>
          <a:ext cx="8204770" cy="38400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08415">
                  <a:extLst>
                    <a:ext uri="{9D8B030D-6E8A-4147-A177-3AD203B41FA5}">
                      <a16:colId xmlns:a16="http://schemas.microsoft.com/office/drawing/2014/main" val="159865550"/>
                    </a:ext>
                  </a:extLst>
                </a:gridCol>
                <a:gridCol w="2312000">
                  <a:extLst>
                    <a:ext uri="{9D8B030D-6E8A-4147-A177-3AD203B41FA5}">
                      <a16:colId xmlns:a16="http://schemas.microsoft.com/office/drawing/2014/main" val="1159384200"/>
                    </a:ext>
                  </a:extLst>
                </a:gridCol>
                <a:gridCol w="2484355">
                  <a:extLst>
                    <a:ext uri="{9D8B030D-6E8A-4147-A177-3AD203B41FA5}">
                      <a16:colId xmlns:a16="http://schemas.microsoft.com/office/drawing/2014/main" val="1714371591"/>
                    </a:ext>
                  </a:extLst>
                </a:gridCol>
              </a:tblGrid>
              <a:tr h="6005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HHH – The App/User,</a:t>
                      </a:r>
                      <a:br>
                        <a:rPr lang="en-US" sz="1400" kern="100">
                          <a:effectLst/>
                        </a:rPr>
                      </a:br>
                      <a:r>
                        <a:rPr lang="en-US" sz="1400" kern="100">
                          <a:effectLst/>
                        </a:rPr>
                        <a:t> Actor: User, Participant, Volunteer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51" marR="82251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HHH – The App/Participant,</a:t>
                      </a:r>
                      <a:br>
                        <a:rPr lang="en-US" sz="1400" kern="100">
                          <a:effectLst/>
                        </a:rPr>
                      </a:br>
                      <a:r>
                        <a:rPr lang="en-US" sz="1400" kern="100">
                          <a:effectLst/>
                        </a:rPr>
                        <a:t>Actor: Participant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51" marR="82251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HHH – The App/Volunteer, </a:t>
                      </a:r>
                      <a:br>
                        <a:rPr lang="en-US" sz="1400" kern="100">
                          <a:effectLst/>
                        </a:rPr>
                      </a:br>
                      <a:r>
                        <a:rPr lang="en-US" sz="1400" kern="100">
                          <a:effectLst/>
                        </a:rPr>
                        <a:t>Actor: Volunteer</a:t>
                      </a:r>
                    </a:p>
                  </a:txBody>
                  <a:tcPr marL="82251" marR="82251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797247"/>
                  </a:ext>
                </a:extLst>
              </a:tr>
              <a:tr h="32394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UC01: View events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UC02: Set calendar event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UC03: View vendor list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UC04: View map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UC05: View route maps &amp; tracker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UC07: Register for ride event</a:t>
                      </a:r>
                    </a:p>
                  </a:txBody>
                  <a:tcPr marL="82251" marR="82251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UC08: Contact SAG</a:t>
                      </a:r>
                      <a:endParaRPr lang="en-US" sz="18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51" marR="82251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kern="100">
                          <a:solidFill>
                            <a:schemeClr val="bg1"/>
                          </a:solidFill>
                          <a:effectLst/>
                        </a:rPr>
                        <a:t>UC09. View on-site registration database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800" b="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251" marR="82251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77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77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5B17-101E-7DED-A8B8-45520DC65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720182"/>
          </a:xfrm>
        </p:spPr>
        <p:txBody>
          <a:bodyPr/>
          <a:lstStyle/>
          <a:p>
            <a:r>
              <a:rPr lang="en-US"/>
              <a:t>Expanded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BF2AB-5360-D29D-5D98-C6C70943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676" y="462210"/>
            <a:ext cx="7429499" cy="431263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UC01: View Events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5E492C-738C-F3D7-987A-E43F8B5D0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08888"/>
              </p:ext>
            </p:extLst>
          </p:nvPr>
        </p:nvGraphicFramePr>
        <p:xfrm>
          <a:off x="162375" y="941813"/>
          <a:ext cx="6428070" cy="576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035">
                  <a:extLst>
                    <a:ext uri="{9D8B030D-6E8A-4147-A177-3AD203B41FA5}">
                      <a16:colId xmlns:a16="http://schemas.microsoft.com/office/drawing/2014/main" val="3635578279"/>
                    </a:ext>
                  </a:extLst>
                </a:gridCol>
                <a:gridCol w="3214035">
                  <a:extLst>
                    <a:ext uri="{9D8B030D-6E8A-4147-A177-3AD203B41FA5}">
                      <a16:colId xmlns:a16="http://schemas.microsoft.com/office/drawing/2014/main" val="723128116"/>
                    </a:ext>
                  </a:extLst>
                </a:gridCol>
              </a:tblGrid>
              <a:tr h="376311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Precondition: User logged in and is a registered rider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082429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Actor: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System: HHH – The Ride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793479"/>
                  </a:ext>
                </a:extLst>
              </a:tr>
              <a:tr h="37631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0) System displays Main Menu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8058"/>
                  </a:ext>
                </a:extLst>
              </a:tr>
              <a:tr h="655512">
                <a:tc>
                  <a:txBody>
                    <a:bodyPr/>
                    <a:lstStyle/>
                    <a:p>
                      <a:r>
                        <a:rPr lang="en-US"/>
                        <a:t>1) TUCBW user clicks Maps, Info, and Events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2) The system displays the Events Info Maps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014528"/>
                  </a:ext>
                </a:extLst>
              </a:tr>
              <a:tr h="655512">
                <a:tc>
                  <a:txBody>
                    <a:bodyPr/>
                    <a:lstStyle/>
                    <a:p>
                      <a:r>
                        <a:rPr lang="en-US"/>
                        <a:t>3) The user clicks the Event Schedules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4) The system displays the Schedules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16784"/>
                  </a:ext>
                </a:extLst>
              </a:tr>
              <a:tr h="1493112">
                <a:tc>
                  <a:txBody>
                    <a:bodyPr/>
                    <a:lstStyle/>
                    <a:p>
                      <a:r>
                        <a:rPr lang="en-US"/>
                        <a:t>5) The user clicks </a:t>
                      </a:r>
                    </a:p>
                    <a:p>
                      <a:r>
                        <a:rPr lang="en-US"/>
                        <a:t>(a) the Race &amp; Ride Start Times button or</a:t>
                      </a:r>
                    </a:p>
                    <a:p>
                      <a:r>
                        <a:rPr lang="en-US"/>
                        <a:t>(b) the Venue Event Times button or</a:t>
                      </a:r>
                    </a:p>
                    <a:p>
                      <a:r>
                        <a:rPr lang="en-US"/>
                        <a:t>(c) the Consumer Show Hours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6) The system displays a dropdown menu of </a:t>
                      </a:r>
                    </a:p>
                    <a:p>
                      <a:r>
                        <a:rPr lang="en-US"/>
                        <a:t>(a) Race &amp; Ride Start times or</a:t>
                      </a:r>
                    </a:p>
                    <a:p>
                      <a:r>
                        <a:rPr lang="en-US"/>
                        <a:t>(b) Venue Event Times or</a:t>
                      </a:r>
                    </a:p>
                    <a:p>
                      <a:r>
                        <a:rPr lang="en-US"/>
                        <a:t>(c) Consumer Show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703518"/>
                  </a:ext>
                </a:extLst>
              </a:tr>
              <a:tr h="934711">
                <a:tc>
                  <a:txBody>
                    <a:bodyPr/>
                    <a:lstStyle/>
                    <a:p>
                      <a:r>
                        <a:rPr lang="en-US"/>
                        <a:t>7) TUCEW the user sees the race and ride start times, venue event times, or consumer show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06215"/>
                  </a:ext>
                </a:extLst>
              </a:tr>
              <a:tr h="376311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TW Cen MT"/>
                        </a:rPr>
                        <a:t>Postcondition: Rider receives information on events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699044"/>
                  </a:ext>
                </a:extLst>
              </a:tr>
            </a:tbl>
          </a:graphicData>
        </a:graphic>
      </p:graphicFrame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4A3E5F48-74CD-E5E6-D7A8-2ED6F7C6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00" y="1054354"/>
            <a:ext cx="2467622" cy="554991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74D63C03-6BFB-1ECA-FBB1-B2387E852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52" y="1050993"/>
            <a:ext cx="2463385" cy="5429544"/>
          </a:xfrm>
          <a:prstGeom prst="rect">
            <a:avLst/>
          </a:prstGeom>
        </p:spPr>
      </p:pic>
      <p:pic>
        <p:nvPicPr>
          <p:cNvPr id="7" name="Picture 6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5C5236C3-FA92-9338-7310-709DF037C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86" y="1055677"/>
            <a:ext cx="2463646" cy="5559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192AA-5FC2-F24A-A996-2D462F0B2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529" y="3302920"/>
            <a:ext cx="2464468" cy="285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7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BBB70-1DDF-CADC-88FD-FEEE21D6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7C7B-0232-564F-67BB-8359DE18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Expanded use cases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B63B-15EF-2575-A14F-43FB754E1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" y="850191"/>
            <a:ext cx="7429499" cy="431263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UC02: Set Calendar Event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1339C9-122E-8DC3-7DDC-2B7041976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405641"/>
              </p:ext>
            </p:extLst>
          </p:nvPr>
        </p:nvGraphicFramePr>
        <p:xfrm>
          <a:off x="162" y="1457408"/>
          <a:ext cx="6428060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030">
                  <a:extLst>
                    <a:ext uri="{9D8B030D-6E8A-4147-A177-3AD203B41FA5}">
                      <a16:colId xmlns:a16="http://schemas.microsoft.com/office/drawing/2014/main" val="3635578279"/>
                    </a:ext>
                  </a:extLst>
                </a:gridCol>
                <a:gridCol w="3214030">
                  <a:extLst>
                    <a:ext uri="{9D8B030D-6E8A-4147-A177-3AD203B41FA5}">
                      <a16:colId xmlns:a16="http://schemas.microsoft.com/office/drawing/2014/main" val="723128116"/>
                    </a:ext>
                  </a:extLst>
                </a:gridCol>
              </a:tblGrid>
              <a:tr h="361462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Precondition: User logged in and navigated to Schedules page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08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Actor: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System: HHH – The Ride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79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0) System displays Schedules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1) TUCBW user clicks Race &amp; Ride Start Times dropdown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2) The system displays the list of race and ride start times with set calendar action icons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01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3) The user clicks the set calendar action icon for the desired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4) The system launches the mobile device calendar application and loads designated start day and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16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5) TUCEW user saves calendar event and returns to HHH – The Ride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703518"/>
                  </a:ext>
                </a:extLst>
              </a:tr>
              <a:tr h="370839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TW Cen MT"/>
                        </a:rPr>
                        <a:t>Postcondition: Calendar event information is saved in google calendar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455604"/>
                  </a:ext>
                </a:extLst>
              </a:tr>
            </a:tbl>
          </a:graphicData>
        </a:graphic>
      </p:graphicFrame>
      <p:pic>
        <p:nvPicPr>
          <p:cNvPr id="4" name="Picture 3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E3842D05-A065-6E01-0D29-AFCF7A4BF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58" y="1471265"/>
            <a:ext cx="2686421" cy="5029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D1347D-7F5D-1134-ACEC-B787C00D5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7" r="-791" b="10345"/>
          <a:stretch/>
        </p:blipFill>
        <p:spPr>
          <a:xfrm>
            <a:off x="6518649" y="1587180"/>
            <a:ext cx="2563716" cy="477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5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2DD6-86EC-0C99-EC9F-8988BDFB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B49C0-E1CD-2498-698A-8C3F91D2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Expanded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7A31-5778-067B-4EB5-1FC5AF604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025584"/>
            <a:ext cx="7429499" cy="431263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UC04: View Map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DA6691-89F2-E5EE-21EC-695566783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71109"/>
              </p:ext>
            </p:extLst>
          </p:nvPr>
        </p:nvGraphicFramePr>
        <p:xfrm>
          <a:off x="866593" y="1472685"/>
          <a:ext cx="7429500" cy="4861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3635578279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723128116"/>
                    </a:ext>
                  </a:extLst>
                </a:gridCol>
              </a:tblGrid>
              <a:tr h="361462"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Precondition: User logged in and is a registered rider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082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Actor: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System: HHH – The Ride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79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0) System displays Main Menu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1) TUCBW user clicks Maps, Info, and Events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2) The system displays the Events Info Maps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01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3) The user clicks the Parking &amp; Access Maps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4) The system displays the Map Viewer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16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5) The user clicks </a:t>
                      </a:r>
                    </a:p>
                    <a:p>
                      <a:r>
                        <a:rPr lang="en-US"/>
                        <a:t>(a) the MPEC parking map or</a:t>
                      </a:r>
                    </a:p>
                    <a:p>
                      <a:r>
                        <a:rPr lang="en-US"/>
                        <a:t>(b) the RV parking map or</a:t>
                      </a:r>
                    </a:p>
                    <a:p>
                      <a:r>
                        <a:rPr lang="en-US"/>
                        <a:t>(c) the Starting Line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6) The system displays</a:t>
                      </a:r>
                    </a:p>
                    <a:p>
                      <a:r>
                        <a:rPr lang="en-US"/>
                        <a:t>(a) the MPEC parking map or</a:t>
                      </a:r>
                    </a:p>
                    <a:p>
                      <a:r>
                        <a:rPr lang="en-US"/>
                        <a:t>(b) the RV parking map or</a:t>
                      </a:r>
                    </a:p>
                    <a:p>
                      <a:r>
                        <a:rPr lang="en-US"/>
                        <a:t>(c) the Starting Line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70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7) TUCEW the user sees the MPEC parking map or the RV parking map or the starting line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06215"/>
                  </a:ext>
                </a:extLst>
              </a:tr>
              <a:tr h="370839"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TW Cen MT"/>
                        </a:rPr>
                        <a:t>Postcondition: User receives information on events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699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031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87DC-C3DC-585C-319A-DA059BCF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Incorrect Expanded use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61620-20B3-909A-8615-A7784C8A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894" y="1110210"/>
            <a:ext cx="7429499" cy="431263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UC12: Login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DC643B-D646-0394-D221-B069BABE7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569419"/>
              </p:ext>
            </p:extLst>
          </p:nvPr>
        </p:nvGraphicFramePr>
        <p:xfrm>
          <a:off x="877727" y="1711883"/>
          <a:ext cx="7429498" cy="4767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4749">
                  <a:extLst>
                    <a:ext uri="{9D8B030D-6E8A-4147-A177-3AD203B41FA5}">
                      <a16:colId xmlns:a16="http://schemas.microsoft.com/office/drawing/2014/main" val="994001156"/>
                    </a:ext>
                  </a:extLst>
                </a:gridCol>
                <a:gridCol w="3714749">
                  <a:extLst>
                    <a:ext uri="{9D8B030D-6E8A-4147-A177-3AD203B41FA5}">
                      <a16:colId xmlns:a16="http://schemas.microsoft.com/office/drawing/2014/main" val="3874020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Actor: Volunteer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System: HHH – The Ride App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021783"/>
                  </a:ext>
                </a:extLst>
              </a:tr>
              <a:tr h="215224"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0) System displays Main Menu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1327246"/>
                  </a:ext>
                </a:extLst>
              </a:tr>
              <a:tr h="641941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1) TUCBW volunteer pressing “volunteer Login” button 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2) The system displays the Login page with username and password text fields and login button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040050"/>
                  </a:ext>
                </a:extLst>
              </a:tr>
              <a:tr h="424134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3) The volunteer taps the username field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4) The system launches the device keyboard overlay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6366058"/>
                  </a:ext>
                </a:extLst>
              </a:tr>
              <a:tr h="424134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5) The volunteer enters their username and taps “next” on the keyboard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6) The system selects the next text field (password) for user to enter text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7287038"/>
                  </a:ext>
                </a:extLst>
              </a:tr>
              <a:tr h="859748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7) The volunteer enters their password and taps “done” on the keyboard and then the Login button</a:t>
                      </a:r>
                    </a:p>
                    <a:p>
                      <a:pPr marL="228600" marR="0" indent="-228600">
                        <a:lnSpc>
                          <a:spcPct val="115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</a:rPr>
                        <a:t>8) The system submits the volunteer’s username and password to the database for validation</a:t>
                      </a:r>
                    </a:p>
                    <a:p>
                      <a:pPr marL="0" marR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</a:rPr>
                        <a:t>    (a) Login credentials are valid, and the Admin Site page is opened.</a:t>
                      </a:r>
                    </a:p>
                    <a:p>
                      <a:pPr marL="0" marR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solidFill>
                            <a:srgbClr val="FF0000"/>
                          </a:solidFill>
                          <a:effectLst/>
                        </a:rPr>
                        <a:t>    (b) Login credentials are invalid TUCCW (UC14)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7255484"/>
                  </a:ext>
                </a:extLst>
              </a:tr>
              <a:tr h="424134">
                <a:tc>
                  <a:txBody>
                    <a:bodyPr/>
                    <a:lstStyle/>
                    <a:p>
                      <a:pPr marL="0" marR="0" lvl="0" indent="0">
                        <a:lnSpc>
                          <a:spcPct val="115000"/>
                        </a:lnSpc>
                        <a:buFont typeface="+mj-lt"/>
                        <a:buNone/>
                      </a:pPr>
                      <a:r>
                        <a:rPr lang="en-US" sz="1600" kern="100">
                          <a:effectLst/>
                        </a:rPr>
                        <a:t>9) TUCEW the volunteer views the Admin Site page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-2286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 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9184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81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4785-B8DB-E07B-E09E-5B21F24C5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cases, operations, &amp; actions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60078D-EB01-7C8B-B6CC-D43E25058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652513"/>
              </p:ext>
            </p:extLst>
          </p:nvPr>
        </p:nvGraphicFramePr>
        <p:xfrm>
          <a:off x="422530" y="1235089"/>
          <a:ext cx="847860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135">
                  <a:extLst>
                    <a:ext uri="{9D8B030D-6E8A-4147-A177-3AD203B41FA5}">
                      <a16:colId xmlns:a16="http://schemas.microsoft.com/office/drawing/2014/main" val="3526758171"/>
                    </a:ext>
                  </a:extLst>
                </a:gridCol>
                <a:gridCol w="2380168">
                  <a:extLst>
                    <a:ext uri="{9D8B030D-6E8A-4147-A177-3AD203B41FA5}">
                      <a16:colId xmlns:a16="http://schemas.microsoft.com/office/drawing/2014/main" val="4025650114"/>
                    </a:ext>
                  </a:extLst>
                </a:gridCol>
                <a:gridCol w="2119652">
                  <a:extLst>
                    <a:ext uri="{9D8B030D-6E8A-4147-A177-3AD203B41FA5}">
                      <a16:colId xmlns:a16="http://schemas.microsoft.com/office/drawing/2014/main" val="3379490104"/>
                    </a:ext>
                  </a:extLst>
                </a:gridCol>
                <a:gridCol w="2119652">
                  <a:extLst>
                    <a:ext uri="{9D8B030D-6E8A-4147-A177-3AD203B41FA5}">
                      <a16:colId xmlns:a16="http://schemas.microsoft.com/office/drawing/2014/main" val="1359580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768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UC01 View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Events Info Maps page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Schedules page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events dropdown menu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Maps, Info, and Events button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Event Schedules button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desired button on Event Schedules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744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HHH – The Ride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UC02 View Tradeshow</a:t>
                      </a:r>
                      <a:br>
                        <a:rPr lang="en-US"/>
                      </a:br>
                      <a:r>
                        <a:rPr lang="en-US"/>
                        <a:t>          Vendor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Events Info Maps page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Map Viewer page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Open desired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Maps, Info &amp; Events button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Parking &amp; Access Maps button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/>
                        <a:t>Click desired map icon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716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554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1AA8-4F68-CA14-EA9B-0D0963C9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58" y="0"/>
            <a:ext cx="8664589" cy="893528"/>
          </a:xfrm>
        </p:spPr>
        <p:txBody>
          <a:bodyPr>
            <a:normAutofit fontScale="90000"/>
          </a:bodyPr>
          <a:lstStyle/>
          <a:p>
            <a:r>
              <a:rPr lang="en-US" sz="4000"/>
              <a:t>Scenario</a:t>
            </a:r>
            <a:r>
              <a:rPr lang="en-US"/>
              <a:t>: use case 7 – register for event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91DFB5-2D37-1F01-0FC8-798BEB13C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141553"/>
              </p:ext>
            </p:extLst>
          </p:nvPr>
        </p:nvGraphicFramePr>
        <p:xfrm>
          <a:off x="552540" y="1473440"/>
          <a:ext cx="825210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2109">
                  <a:extLst>
                    <a:ext uri="{9D8B030D-6E8A-4147-A177-3AD203B41FA5}">
                      <a16:colId xmlns:a16="http://schemas.microsoft.com/office/drawing/2014/main" val="959061480"/>
                    </a:ext>
                  </a:extLst>
                </a:gridCol>
              </a:tblGrid>
              <a:tr h="29614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5. User selects ride distance &amp; enters phone number, city, zip code,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 age, sex, emergency contact name, emergency contact phone number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 then clicks Sign Waiver button.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6.1.   The system GUI sends the form to the system controller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6.2.   The system controller validates that all fields on the form are completed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6.3.   The system controller calls the </a:t>
                      </a:r>
                      <a:r>
                        <a:rPr lang="en-US" sz="2000" b="0" err="1">
                          <a:solidFill>
                            <a:schemeClr val="bg1"/>
                          </a:solidFill>
                        </a:rPr>
                        <a:t>checkifAdult</a:t>
                      </a: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(a) function to update </a:t>
                      </a:r>
                      <a:r>
                        <a:rPr lang="en-US" sz="2000" b="0" err="1">
                          <a:solidFill>
                            <a:schemeClr val="bg1"/>
                          </a:solidFill>
                        </a:rPr>
                        <a:t>isAdult</a:t>
                      </a:r>
                      <a:br>
                        <a:rPr lang="en-US"/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   variable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6.4.   If </a:t>
                      </a:r>
                      <a:r>
                        <a:rPr lang="en-US" sz="2000" b="0" err="1">
                          <a:solidFill>
                            <a:schemeClr val="bg1"/>
                          </a:solidFill>
                        </a:rPr>
                        <a:t>isAdult</a:t>
                      </a: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=  true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6.4.1.   The system controller navigates to the Waiver Adult page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6.5.   Else,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6.5.1   The system controller navigates to the Waiver Minor page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6.6.   The system GUI displays the Waiver Adult or Waiver Minor page to the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    user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0131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CC509DA-DECB-D91E-2642-25667CBF9F7F}"/>
              </a:ext>
            </a:extLst>
          </p:cNvPr>
          <p:cNvSpPr txBox="1"/>
          <p:nvPr/>
        </p:nvSpPr>
        <p:spPr>
          <a:xfrm>
            <a:off x="1397368" y="653222"/>
            <a:ext cx="414183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UC07: Register for ride event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59499A-C752-510A-C431-93851ECE6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77044"/>
              </p:ext>
            </p:extLst>
          </p:nvPr>
        </p:nvGraphicFramePr>
        <p:xfrm>
          <a:off x="97507" y="1115914"/>
          <a:ext cx="8950068" cy="5523329"/>
        </p:xfrm>
        <a:graphic>
          <a:graphicData uri="http://schemas.openxmlformats.org/drawingml/2006/table">
            <a:tbl>
              <a:tblPr bandRow="1">
                <a:tableStyleId>{10A1B5D5-9B99-4C35-A422-299274C87663}</a:tableStyleId>
              </a:tblPr>
              <a:tblGrid>
                <a:gridCol w="4600168">
                  <a:extLst>
                    <a:ext uri="{9D8B030D-6E8A-4147-A177-3AD203B41FA5}">
                      <a16:colId xmlns:a16="http://schemas.microsoft.com/office/drawing/2014/main" val="469873203"/>
                    </a:ext>
                  </a:extLst>
                </a:gridCol>
                <a:gridCol w="4349900">
                  <a:extLst>
                    <a:ext uri="{9D8B030D-6E8A-4147-A177-3AD203B41FA5}">
                      <a16:colId xmlns:a16="http://schemas.microsoft.com/office/drawing/2014/main" val="2818840527"/>
                    </a:ext>
                  </a:extLst>
                </a:gridCol>
              </a:tblGrid>
              <a:tr h="3694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Actor: User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System: HHH – The Ride App 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741569263"/>
                  </a:ext>
                </a:extLst>
              </a:tr>
              <a:tr h="38304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0) System displays Main Menu 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616339683"/>
                  </a:ext>
                </a:extLst>
              </a:tr>
              <a:tr h="675965">
                <a:tc>
                  <a:txBody>
                    <a:bodyPr/>
                    <a:lstStyle/>
                    <a:p>
                      <a:pPr marL="457200" lvl="0" indent="-457200" algn="l" rtl="0" fontAlgn="base">
                        <a:lnSpc>
                          <a:spcPct val="100000"/>
                        </a:lnSpc>
                        <a:buAutoNum type="arabicParenR"/>
                      </a:pPr>
                      <a:r>
                        <a:rPr lang="en-US" sz="1800">
                          <a:effectLst/>
                        </a:rPr>
                        <a:t>TUCBW user clicks On Site Registration button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2) System displays the Register 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 page 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3311173674"/>
                  </a:ext>
                </a:extLst>
              </a:tr>
              <a:tr h="675965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3) The user clicks the  … ride choice</a:t>
                      </a:r>
                    </a:p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   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4) System displays corresponding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 Registration page 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312943944"/>
                  </a:ext>
                </a:extLst>
              </a:tr>
              <a:tr h="96888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5) The user enters form data &amp;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 clicks the Sign Waiver button </a:t>
                      </a:r>
                      <a:endParaRPr lang="en-US" sz="1800"/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6) System accordingly displays 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     a) Waiver Adult page or </a:t>
                      </a:r>
                      <a:endParaRPr lang="en-US"/>
                    </a:p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     b) Waiver Child page </a:t>
                      </a:r>
                    </a:p>
                  </a:txBody>
                  <a:tcPr marL="66675" marR="66675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702801"/>
                  </a:ext>
                </a:extLst>
              </a:tr>
              <a:tr h="675965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7) The user scrolls through the waiver and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 clicks TAP HERE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8) System displays an agreement 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 checkbox  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2563072468"/>
                  </a:ext>
                </a:extLst>
              </a:tr>
              <a:tr h="675965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9) The user clicks the checkbox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10) System displays Submit 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      Registration button 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207506306"/>
                  </a:ext>
                </a:extLst>
              </a:tr>
              <a:tr h="715052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11) The user clicks the Submit Registration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   button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12) System displays Payment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>
                          <a:effectLst/>
                        </a:rPr>
                        <a:t>      page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361423175"/>
                  </a:ext>
                </a:extLst>
              </a:tr>
              <a:tr h="383046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13) TUCEW user sees the Payment page 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endParaRPr lang="en-US" sz="1800"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8038437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C70330-6375-7565-73C4-5D9939654157}"/>
              </a:ext>
            </a:extLst>
          </p:cNvPr>
          <p:cNvSpPr txBox="1"/>
          <p:nvPr/>
        </p:nvSpPr>
        <p:spPr>
          <a:xfrm>
            <a:off x="7606459" y="3379602"/>
            <a:ext cx="14397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NON-TRIVIAL</a:t>
            </a:r>
          </a:p>
        </p:txBody>
      </p:sp>
    </p:spTree>
    <p:extLst>
      <p:ext uri="{BB962C8B-B14F-4D97-AF65-F5344CB8AC3E}">
        <p14:creationId xmlns:p14="http://schemas.microsoft.com/office/powerpoint/2010/main" val="295361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88DF-17C3-62D0-7012-3ECB8D04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736623"/>
          </a:xfrm>
        </p:spPr>
        <p:txBody>
          <a:bodyPr/>
          <a:lstStyle/>
          <a:p>
            <a:r>
              <a:rPr lang="en-US"/>
              <a:t>Scenario table:  UC07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4392-8F54-B18D-93EC-1E8C77C0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00" y="591516"/>
            <a:ext cx="7429499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UC07: Register for ride event</a:t>
            </a:r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8B094F-B3B7-1EDC-AAA3-0EB0DB126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137359"/>
              </p:ext>
            </p:extLst>
          </p:nvPr>
        </p:nvGraphicFramePr>
        <p:xfrm>
          <a:off x="107424" y="1054911"/>
          <a:ext cx="638346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189">
                  <a:extLst>
                    <a:ext uri="{9D8B030D-6E8A-4147-A177-3AD203B41FA5}">
                      <a16:colId xmlns:a16="http://schemas.microsoft.com/office/drawing/2014/main" val="2761415743"/>
                    </a:ext>
                  </a:extLst>
                </a:gridCol>
                <a:gridCol w="1585032">
                  <a:extLst>
                    <a:ext uri="{9D8B030D-6E8A-4147-A177-3AD203B41FA5}">
                      <a16:colId xmlns:a16="http://schemas.microsoft.com/office/drawing/2014/main" val="2824580898"/>
                    </a:ext>
                  </a:extLst>
                </a:gridCol>
                <a:gridCol w="1171775">
                  <a:extLst>
                    <a:ext uri="{9D8B030D-6E8A-4147-A177-3AD203B41FA5}">
                      <a16:colId xmlns:a16="http://schemas.microsoft.com/office/drawing/2014/main" val="1007307393"/>
                    </a:ext>
                  </a:extLst>
                </a:gridCol>
                <a:gridCol w="1534450">
                  <a:extLst>
                    <a:ext uri="{9D8B030D-6E8A-4147-A177-3AD203B41FA5}">
                      <a16:colId xmlns:a16="http://schemas.microsoft.com/office/drawing/2014/main" val="3232391128"/>
                    </a:ext>
                  </a:extLst>
                </a:gridCol>
                <a:gridCol w="1442021">
                  <a:extLst>
                    <a:ext uri="{9D8B030D-6E8A-4147-A177-3AD203B41FA5}">
                      <a16:colId xmlns:a16="http://schemas.microsoft.com/office/drawing/2014/main" val="2631231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#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Subject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Subject 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Other Data/Objects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Object Acted Upon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3537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/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completes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Ride distance, phone number, </a:t>
                      </a:r>
                      <a:r>
                        <a:rPr lang="en-US"/>
                        <a:t>city, zip code, </a:t>
                      </a:r>
                      <a:r>
                        <a:rPr lang="en-US" b="0">
                          <a:solidFill>
                            <a:schemeClr val="bg1"/>
                          </a:solidFill>
                        </a:rPr>
                        <a:t>age, sex,</a:t>
                      </a:r>
                      <a:br>
                        <a:rPr lang="en-US" b="0">
                          <a:solidFill>
                            <a:srgbClr val="000000"/>
                          </a:solidFill>
                        </a:rPr>
                      </a:br>
                      <a:r>
                        <a:rPr lang="en-US" b="0">
                          <a:solidFill>
                            <a:schemeClr val="bg1"/>
                          </a:solidFill>
                        </a:rPr>
                        <a:t>emergency contact name,  emergency contact phone number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Registration Form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20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/>
                        <a:t>6.1.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system GUI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validates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Reg Form fields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62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/>
                        <a:t>6.2.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system 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updates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main event, subevent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/>
                        <a:t> Event state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52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/>
                        <a:t>6.3.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system controller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IsAdult state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77403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6EC0EE7-9CDF-E8B7-D3E5-259CE9D8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071" y="1862138"/>
            <a:ext cx="2543175" cy="31337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9DC366-785C-FD1A-C895-93FC4FCF5B5A}"/>
              </a:ext>
            </a:extLst>
          </p:cNvPr>
          <p:cNvCxnSpPr/>
          <p:nvPr/>
        </p:nvCxnSpPr>
        <p:spPr>
          <a:xfrm flipV="1">
            <a:off x="6248230" y="3271115"/>
            <a:ext cx="487147" cy="364"/>
          </a:xfrm>
          <a:prstGeom prst="straightConnector1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BCF7C48-0E1C-3D4A-CA3D-09107274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42" y="1127417"/>
            <a:ext cx="2530901" cy="497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1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BBDC5-A1D9-B551-618F-16591AD4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AAD1-2C3C-F4C3-5893-54C0C0BC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56" y="251397"/>
            <a:ext cx="7419294" cy="896865"/>
          </a:xfrm>
        </p:spPr>
        <p:txBody>
          <a:bodyPr/>
          <a:lstStyle/>
          <a:p>
            <a:r>
              <a:rPr lang="en-US"/>
              <a:t>Scenario table: UC07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AE463-8377-D58B-87C4-2FB3A887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57" y="1295078"/>
            <a:ext cx="7429499" cy="43126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UC07: Register for ride event (cont'd-1)</a:t>
            </a:r>
          </a:p>
          <a:p>
            <a:pPr marL="0" indent="0">
              <a:buNone/>
            </a:pPr>
            <a:r>
              <a:rPr lang="en-US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55C02F-C0BA-C201-8976-819F3C556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96727"/>
              </p:ext>
            </p:extLst>
          </p:nvPr>
        </p:nvGraphicFramePr>
        <p:xfrm>
          <a:off x="249184" y="1755128"/>
          <a:ext cx="567703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117">
                  <a:extLst>
                    <a:ext uri="{9D8B030D-6E8A-4147-A177-3AD203B41FA5}">
                      <a16:colId xmlns:a16="http://schemas.microsoft.com/office/drawing/2014/main" val="2761415743"/>
                    </a:ext>
                  </a:extLst>
                </a:gridCol>
                <a:gridCol w="1226741">
                  <a:extLst>
                    <a:ext uri="{9D8B030D-6E8A-4147-A177-3AD203B41FA5}">
                      <a16:colId xmlns:a16="http://schemas.microsoft.com/office/drawing/2014/main" val="2824580898"/>
                    </a:ext>
                  </a:extLst>
                </a:gridCol>
                <a:gridCol w="1084318">
                  <a:extLst>
                    <a:ext uri="{9D8B030D-6E8A-4147-A177-3AD203B41FA5}">
                      <a16:colId xmlns:a16="http://schemas.microsoft.com/office/drawing/2014/main" val="1007307393"/>
                    </a:ext>
                  </a:extLst>
                </a:gridCol>
                <a:gridCol w="1102087">
                  <a:extLst>
                    <a:ext uri="{9D8B030D-6E8A-4147-A177-3AD203B41FA5}">
                      <a16:colId xmlns:a16="http://schemas.microsoft.com/office/drawing/2014/main" val="3232391128"/>
                    </a:ext>
                  </a:extLst>
                </a:gridCol>
                <a:gridCol w="1477774">
                  <a:extLst>
                    <a:ext uri="{9D8B030D-6E8A-4147-A177-3AD203B41FA5}">
                      <a16:colId xmlns:a16="http://schemas.microsoft.com/office/drawing/2014/main" val="2631231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 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Other Data/</a:t>
                      </a:r>
                    </a:p>
                    <a:p>
                      <a:pPr lvl="0" algn="ctr">
                        <a:buNone/>
                      </a:pPr>
                      <a:r>
                        <a:rPr lang="en-US"/>
                        <a:t>Objects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Object Acted Upon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3537986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6.4.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if </a:t>
                      </a:r>
                      <a:r>
                        <a:rPr lang="en-US" err="1"/>
                        <a:t>isAdult</a:t>
                      </a:r>
                      <a:r>
                        <a:rPr lang="en-US"/>
                        <a:t> 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7489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6.4.1.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system 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navigates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err="1"/>
                        <a:t>waiverAdult</a:t>
                      </a:r>
                      <a:r>
                        <a:rPr lang="en-US"/>
                        <a:t>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574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6.5.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095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6.5.1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W Cen MT"/>
                        </a:rPr>
                        <a:t>system controller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navigates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waiverMinor</a:t>
                      </a:r>
                      <a:r>
                        <a:rPr lang="en-US"/>
                        <a:t>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483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6.6.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system GUI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displays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Appropriate waiver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96529"/>
                  </a:ext>
                </a:extLst>
              </a:tr>
            </a:tbl>
          </a:graphicData>
        </a:graphic>
      </p:graphicFrame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9A2AA21C-B509-C295-A8D7-C0B22CFB8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830" y="609826"/>
            <a:ext cx="3152775" cy="6115050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4DE473BE-690B-0445-ED42-1AAEE9D22B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" t="-146" r="-344" b="6843"/>
          <a:stretch/>
        </p:blipFill>
        <p:spPr>
          <a:xfrm>
            <a:off x="6120546" y="607728"/>
            <a:ext cx="2901513" cy="592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6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507B-2DA4-48BA-2D20-6DBA6EBC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Registration 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AC3BC-E4A2-DAA8-732A-028139499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518"/>
            <a:ext cx="9144000" cy="446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72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549C-53A8-1AA6-1CFB-C6536C1A6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7C90-C053-2C46-E5EF-50580658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44" y="0"/>
            <a:ext cx="8772929" cy="1554408"/>
          </a:xfrm>
        </p:spPr>
        <p:txBody>
          <a:bodyPr>
            <a:normAutofit/>
          </a:bodyPr>
          <a:lstStyle/>
          <a:p>
            <a:r>
              <a:rPr lang="en-US" sz="3200"/>
              <a:t>Scenario – Use case 12 – volunteer login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CB8108-284A-8C92-6559-7A1884A71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204134"/>
              </p:ext>
            </p:extLst>
          </p:nvPr>
        </p:nvGraphicFramePr>
        <p:xfrm>
          <a:off x="855662" y="1982465"/>
          <a:ext cx="783484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4840">
                  <a:extLst>
                    <a:ext uri="{9D8B030D-6E8A-4147-A177-3AD203B41FA5}">
                      <a16:colId xmlns:a16="http://schemas.microsoft.com/office/drawing/2014/main" val="959061480"/>
                    </a:ext>
                  </a:extLst>
                </a:gridCol>
              </a:tblGrid>
              <a:tr h="2893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3.  The volunteer enters their username and password and taps “done” on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 the keyboard and then the Login button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4.1.   The system GUI submits the volunteer’s username and password to the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    system controller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4.2.   The system controller validates the username and password with the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    system database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4.3.   If the login credentials are valid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4.3.1.   the system controller navigates to the Admin Site page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4.3.2.   the system GUI displays the Admin Site page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4.4.   else,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4.4.1.   the system controller returns incorrect username or password</a:t>
                      </a:r>
                      <a:br>
                        <a:rPr lang="en-US" sz="2000" b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           message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4.4.2.   the system GUI displays the message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0131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C5B97D-F818-134B-278A-A33D32391EB7}"/>
              </a:ext>
            </a:extLst>
          </p:cNvPr>
          <p:cNvSpPr txBox="1"/>
          <p:nvPr/>
        </p:nvSpPr>
        <p:spPr>
          <a:xfrm>
            <a:off x="855662" y="1545851"/>
            <a:ext cx="3716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UC12: Login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B1F3A3-120B-7B3E-605D-FA551CABD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909407"/>
              </p:ext>
            </p:extLst>
          </p:nvPr>
        </p:nvGraphicFramePr>
        <p:xfrm>
          <a:off x="180975" y="1999257"/>
          <a:ext cx="878205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91025">
                  <a:extLst>
                    <a:ext uri="{9D8B030D-6E8A-4147-A177-3AD203B41FA5}">
                      <a16:colId xmlns:a16="http://schemas.microsoft.com/office/drawing/2014/main" val="2261671976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687742463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Actor: Volunteer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System: HHH – The Ride App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63166234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auto">
                        <a:lnSpc>
                          <a:spcPts val="2400"/>
                        </a:lnSpc>
                        <a:buNone/>
                      </a:pP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0) System displays Main Menu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69796905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342900" lvl="0" indent="-342900" algn="l" fontAlgn="base">
                        <a:lnSpc>
                          <a:spcPts val="2400"/>
                        </a:lnSpc>
                        <a:buFont typeface="+mj-lt"/>
                        <a:buAutoNum type="arabicPeriod"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TUCBW volunteer pressing “volunteer Login” button  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2) System displays Login page with username &amp; password text fields, login button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23559095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3) Volunteer enters their username &amp; password into </a:t>
                      </a:r>
                      <a:r>
                        <a:rPr lang="en-US" sz="2000" err="1">
                          <a:solidFill>
                            <a:srgbClr val="000000"/>
                          </a:solidFill>
                          <a:effectLst/>
                        </a:rPr>
                        <a:t>textfields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 then presses login button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4) </a:t>
                      </a: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The system submits volunteer’s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 username &amp; password to database for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 validation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a) Login credentials are valid, and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 the Admin Site page is opened.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 u="none" strike="noStrike">
                          <a:solidFill>
                            <a:srgbClr val="000000"/>
                          </a:solidFill>
                          <a:effectLst/>
                        </a:rPr>
                        <a:t>b) Login credentials are invalid </a:t>
                      </a:r>
                    </a:p>
                    <a:p>
                      <a:pPr lvl="0" algn="l">
                        <a:lnSpc>
                          <a:spcPts val="2400"/>
                        </a:lnSpc>
                        <a:buNone/>
                      </a:pPr>
                      <a:endParaRPr lang="en-US" sz="200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81963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400"/>
                        </a:lnSpc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</a:rPr>
                        <a:t>5) TUCEW the volunteer views the Admin Site page </a:t>
                      </a:r>
                      <a:endParaRPr lang="en-US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400"/>
                        </a:lnSpc>
                        <a:buNone/>
                      </a:pP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2625694487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4A83BE04-806C-C991-ECED-72EE6E3246F4}"/>
              </a:ext>
            </a:extLst>
          </p:cNvPr>
          <p:cNvSpPr txBox="1"/>
          <p:nvPr/>
        </p:nvSpPr>
        <p:spPr>
          <a:xfrm>
            <a:off x="6260133" y="5634484"/>
            <a:ext cx="171395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solidFill>
                  <a:srgbClr val="FF0000"/>
                </a:solidFill>
              </a:rPr>
              <a:t>NON-TRIVIAL</a:t>
            </a:r>
          </a:p>
        </p:txBody>
      </p:sp>
    </p:spTree>
    <p:extLst>
      <p:ext uri="{BB962C8B-B14F-4D97-AF65-F5344CB8AC3E}">
        <p14:creationId xmlns:p14="http://schemas.microsoft.com/office/powerpoint/2010/main" val="429484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D7F9-A079-09DC-F350-E0B2A32F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E9BF-7402-6084-57A3-2601C4E96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53" y="278578"/>
            <a:ext cx="7419294" cy="896865"/>
          </a:xfrm>
        </p:spPr>
        <p:txBody>
          <a:bodyPr/>
          <a:lstStyle/>
          <a:p>
            <a:r>
              <a:rPr lang="en-US"/>
              <a:t>Scenario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29B79-BCD9-AD3C-0798-7226F9F3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65" y="1024989"/>
            <a:ext cx="7419473" cy="693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UC12: Login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F55D89-9595-593C-873C-3C4578A8B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438141"/>
              </p:ext>
            </p:extLst>
          </p:nvPr>
        </p:nvGraphicFramePr>
        <p:xfrm>
          <a:off x="420586" y="1851031"/>
          <a:ext cx="8611782" cy="4783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97">
                  <a:extLst>
                    <a:ext uri="{9D8B030D-6E8A-4147-A177-3AD203B41FA5}">
                      <a16:colId xmlns:a16="http://schemas.microsoft.com/office/drawing/2014/main" val="2761415743"/>
                    </a:ext>
                  </a:extLst>
                </a:gridCol>
                <a:gridCol w="2536454">
                  <a:extLst>
                    <a:ext uri="{9D8B030D-6E8A-4147-A177-3AD203B41FA5}">
                      <a16:colId xmlns:a16="http://schemas.microsoft.com/office/drawing/2014/main" val="2824580898"/>
                    </a:ext>
                  </a:extLst>
                </a:gridCol>
                <a:gridCol w="1276162">
                  <a:extLst>
                    <a:ext uri="{9D8B030D-6E8A-4147-A177-3AD203B41FA5}">
                      <a16:colId xmlns:a16="http://schemas.microsoft.com/office/drawing/2014/main" val="1007307393"/>
                    </a:ext>
                  </a:extLst>
                </a:gridCol>
                <a:gridCol w="1475911">
                  <a:extLst>
                    <a:ext uri="{9D8B030D-6E8A-4147-A177-3AD203B41FA5}">
                      <a16:colId xmlns:a16="http://schemas.microsoft.com/office/drawing/2014/main" val="3232391128"/>
                    </a:ext>
                  </a:extLst>
                </a:gridCol>
                <a:gridCol w="2441358">
                  <a:extLst>
                    <a:ext uri="{9D8B030D-6E8A-4147-A177-3AD203B41FA5}">
                      <a16:colId xmlns:a16="http://schemas.microsoft.com/office/drawing/2014/main" val="2631231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#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Subject Action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Other Data/Objects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Object Acted Upon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353798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volunteer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presses Login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Username,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Login Button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50824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system GUI (login button)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submits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Username,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405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system controller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validates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Username,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err="1"/>
                        <a:t>IsLoggedIn</a:t>
                      </a:r>
                      <a:r>
                        <a:rPr lang="en-US"/>
                        <a:t> 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926935"/>
                  </a:ext>
                </a:extLst>
              </a:tr>
              <a:tr h="36944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If login credentials 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49918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4.3.1.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system controller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navigates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Admin Site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60783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4.3.2.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system GUI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displays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Admin Site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01637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else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0000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4.4.1.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system controller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Login page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82307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4.4.2.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System GUI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displays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Login page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72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155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B483-CEE6-12EA-CC17-D2AAB139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06" y="2015147"/>
            <a:ext cx="2932958" cy="2516507"/>
          </a:xfrm>
        </p:spPr>
        <p:txBody>
          <a:bodyPr>
            <a:normAutofit/>
          </a:bodyPr>
          <a:lstStyle/>
          <a:p>
            <a:r>
              <a:rPr lang="en-US"/>
              <a:t>Volunteer login </a:t>
            </a:r>
            <a:br>
              <a:rPr lang="en-US"/>
            </a:br>
            <a:r>
              <a:rPr lang="en-US"/>
              <a:t>sequence diagram</a:t>
            </a: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47726A6-318E-D95A-B95A-0003F35B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335" y="-1153"/>
            <a:ext cx="5592800" cy="675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93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DBFB-4A72-9A68-0A8D-9CF2FAA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6E07-32D4-1571-E8EA-CE488F4C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984100"/>
          </a:xfrm>
        </p:spPr>
        <p:txBody>
          <a:bodyPr/>
          <a:lstStyle/>
          <a:p>
            <a:r>
              <a:rPr lang="en-US"/>
              <a:t>Iteration 4 Accomplishments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9C7F3-ED7F-44EA-12BC-6E1845159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6058" y="1783294"/>
            <a:ext cx="2397674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Tim Haxton </a:t>
            </a:r>
            <a:r>
              <a:rPr lang="en-US" sz="1800">
                <a:latin typeface="TW Cen MT"/>
              </a:rPr>
              <a:t>(Lead)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920F5-1048-0F86-C2D0-D57C94BF81E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56059" y="2233514"/>
            <a:ext cx="2396432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Use Case Diagrams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Scenario Tables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Partitions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Project Plan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1800">
                <a:latin typeface="TW Cen MT"/>
              </a:rPr>
              <a:t>Decision Tables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en-US" sz="1800">
              <a:latin typeface="TW Cen M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0E140-4BDD-FD33-8387-1863D4BF2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86075" y="1777740"/>
            <a:ext cx="2388289" cy="458946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Cooper wolf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B80861-7EF3-C522-E190-6ED55D305873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386075" y="2236686"/>
            <a:ext cx="2388958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800">
                <a:latin typeface="Tw Cen MT" panose="020B0602020104020603"/>
              </a:rPr>
              <a:t>Use Case Diagrams</a:t>
            </a:r>
          </a:p>
          <a:p>
            <a:pPr marL="285750" indent="-285750">
              <a:buChar char="•"/>
            </a:pPr>
            <a:r>
              <a:rPr lang="en-US" sz="1800"/>
              <a:t>Prototypes</a:t>
            </a:r>
          </a:p>
          <a:p>
            <a:pPr marL="285750" indent="-285750">
              <a:buChar char="•"/>
            </a:pPr>
            <a:endParaRPr lang="en-US" sz="1800">
              <a:latin typeface="Tw Cen MT" panose="020B0602020104020603"/>
            </a:endParaRPr>
          </a:p>
          <a:p>
            <a:pPr marL="285750" indent="-285750">
              <a:buChar char="•"/>
            </a:pPr>
            <a:endParaRPr lang="en-US" sz="1700">
              <a:latin typeface="TW Cen MT"/>
            </a:endParaRPr>
          </a:p>
          <a:p>
            <a:pPr marL="285750" indent="-285750">
              <a:buChar char="•"/>
            </a:pPr>
            <a:endParaRPr lang="en-US" sz="18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72E546-2D2E-65E9-51EA-F74316959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332" y="1783294"/>
            <a:ext cx="2396227" cy="450220"/>
          </a:xfrm>
          <a:ln>
            <a:solidFill>
              <a:schemeClr val="bg1"/>
            </a:solidFill>
          </a:ln>
        </p:spPr>
        <p:txBody>
          <a:bodyPr/>
          <a:lstStyle/>
          <a:p>
            <a:pPr algn="ctr"/>
            <a:r>
              <a:rPr lang="en-US" sz="1800"/>
              <a:t>Jon scales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664DE77-2E97-D895-AC57-E3EA2613D5E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889332" y="2233514"/>
            <a:ext cx="2396228" cy="2966395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1800"/>
              <a:t>Use Case Diagrams</a:t>
            </a:r>
          </a:p>
          <a:p>
            <a:pPr marL="285750" indent="-285750">
              <a:buChar char="•"/>
            </a:pPr>
            <a:r>
              <a:rPr lang="en-US" sz="1800"/>
              <a:t>Sequence Diagrams</a:t>
            </a:r>
          </a:p>
          <a:p>
            <a:pPr marL="285750" indent="-285750">
              <a:buChar char="•"/>
            </a:pPr>
            <a:r>
              <a:rPr lang="en-US" sz="1800"/>
              <a:t>SRS document update</a:t>
            </a:r>
          </a:p>
          <a:p>
            <a:pPr marL="285750" indent="-285750"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78183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93B3-6B46-CC85-A885-A683AF6D6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65" y="2416342"/>
            <a:ext cx="3047999" cy="1478570"/>
          </a:xfrm>
        </p:spPr>
        <p:txBody>
          <a:bodyPr>
            <a:normAutofit fontScale="90000"/>
          </a:bodyPr>
          <a:lstStyle/>
          <a:p>
            <a:r>
              <a:rPr lang="en-US"/>
              <a:t>User sign in sequence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E0BD1C-0CE7-EB7F-1C60-302AF8FA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871" y="0"/>
            <a:ext cx="6055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84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2399</Words>
  <Application>Microsoft Office PowerPoint</Application>
  <PresentationFormat>On-screen Show (4:3)</PresentationFormat>
  <Paragraphs>446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Arial,Sans-Serif</vt:lpstr>
      <vt:lpstr>TW Cen MT</vt:lpstr>
      <vt:lpstr>TW Cen MT</vt:lpstr>
      <vt:lpstr>Circuit</vt:lpstr>
      <vt:lpstr>HHH – THE RIDE APP</vt:lpstr>
      <vt:lpstr>About: HHH - The Ride app</vt:lpstr>
      <vt:lpstr>Use cases – list</vt:lpstr>
      <vt:lpstr>Use cases – list </vt:lpstr>
      <vt:lpstr>Abstract use case diagram</vt:lpstr>
      <vt:lpstr>High-level use cases</vt:lpstr>
      <vt:lpstr>High-level use cases</vt:lpstr>
      <vt:lpstr>High-level use cases</vt:lpstr>
      <vt:lpstr>Project Plan</vt:lpstr>
      <vt:lpstr>Decision tables</vt:lpstr>
      <vt:lpstr>Decision tables</vt:lpstr>
      <vt:lpstr>Decision tables</vt:lpstr>
      <vt:lpstr>Role-based partition</vt:lpstr>
      <vt:lpstr>Expanded use cases</vt:lpstr>
      <vt:lpstr>Expanded use cases (cont.)</vt:lpstr>
      <vt:lpstr>Expanded use cases</vt:lpstr>
      <vt:lpstr>Incorrect Expanded use case</vt:lpstr>
      <vt:lpstr>Use cases, operations, &amp; actions</vt:lpstr>
      <vt:lpstr>Scenario: use case 7 – register for event</vt:lpstr>
      <vt:lpstr>Scenario table:  UC07 </vt:lpstr>
      <vt:lpstr>Scenario table: UC07</vt:lpstr>
      <vt:lpstr>Registration Sequence diagram</vt:lpstr>
      <vt:lpstr>Scenario – Use case 12 – volunteer login</vt:lpstr>
      <vt:lpstr>Scenario tables</vt:lpstr>
      <vt:lpstr>Volunteer login  sequence diagram</vt:lpstr>
      <vt:lpstr>Iteration 4 Accomplishments</vt:lpstr>
      <vt:lpstr>User sign in sequence diagram</vt:lpstr>
    </vt:vector>
  </TitlesOfParts>
  <Company>Midwestern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Scales, Jon</dc:creator>
  <cp:lastModifiedBy>Tim Haxton</cp:lastModifiedBy>
  <cp:revision>1</cp:revision>
  <dcterms:created xsi:type="dcterms:W3CDTF">2025-02-04T16:19:21Z</dcterms:created>
  <dcterms:modified xsi:type="dcterms:W3CDTF">2025-05-03T12:55:07Z</dcterms:modified>
</cp:coreProperties>
</file>